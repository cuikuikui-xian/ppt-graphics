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2dee6019384f55" /><Relationship Type="http://schemas.openxmlformats.org/officeDocument/2006/relationships/extended-properties" Target="/docProps/app.xml" Id="R141662c3333e4612" /><Relationship Type="http://schemas.openxmlformats.org/officeDocument/2006/relationships/officeDocument" Target="/ppt/presentation.xml" Id="Rcc0eb668eb934e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2f849b74ba4006"/>
  </p:sldMasterIdLst>
  <p:notesMasterIdLst>
    <p:notesMasterId xmlns:r="http://schemas.openxmlformats.org/officeDocument/2006/relationships" r:id="R060e08bf3b36446b"/>
  </p:notesMasterIdLst>
  <p:sldIdLst>
    <p:sldId xmlns:r="http://schemas.openxmlformats.org/officeDocument/2006/relationships" id="256" r:id="R3e72b7d8c8a04ddc"/>
    <p:sldId xmlns:r="http://schemas.openxmlformats.org/officeDocument/2006/relationships" id="257" r:id="R3b4798cd0ebf4bc2"/>
    <p:sldId xmlns:r="http://schemas.openxmlformats.org/officeDocument/2006/relationships" id="258" r:id="Ra6b7388d5dad4e7f"/>
    <p:sldId xmlns:r="http://schemas.openxmlformats.org/officeDocument/2006/relationships" id="259" r:id="R0e106e54aad24d30"/>
    <p:sldId xmlns:r="http://schemas.openxmlformats.org/officeDocument/2006/relationships" id="260" r:id="R0dfe3a7258c744fa"/>
    <p:sldId xmlns:r="http://schemas.openxmlformats.org/officeDocument/2006/relationships" id="261" r:id="Rcdfe59dc3e6041cb"/>
    <p:sldId xmlns:r="http://schemas.openxmlformats.org/officeDocument/2006/relationships" id="262" r:id="Ra9092fc40e1a450e"/>
    <p:sldId xmlns:r="http://schemas.openxmlformats.org/officeDocument/2006/relationships" id="263" r:id="Rfe89338624e64442"/>
    <p:sldId xmlns:r="http://schemas.openxmlformats.org/officeDocument/2006/relationships" id="264" r:id="R1563ed027e5d41c6"/>
    <p:sldId xmlns:r="http://schemas.openxmlformats.org/officeDocument/2006/relationships" id="265" r:id="Rbf09a7205cc14b75"/>
    <p:sldId xmlns:r="http://schemas.openxmlformats.org/officeDocument/2006/relationships" id="266" r:id="Rde138c1960ce44da"/>
    <p:sldId xmlns:r="http://schemas.openxmlformats.org/officeDocument/2006/relationships" id="267" r:id="Raa79e34d2b014064"/>
    <p:sldId xmlns:r="http://schemas.openxmlformats.org/officeDocument/2006/relationships" id="268" r:id="R7d66cec9addd495f"/>
    <p:sldId xmlns:r="http://schemas.openxmlformats.org/officeDocument/2006/relationships" id="269" r:id="Rfb2e55eb5ea0435e"/>
    <p:sldId xmlns:r="http://schemas.openxmlformats.org/officeDocument/2006/relationships" id="270" r:id="R9e1b86d39b4d49df"/>
  </p:sldIdLst>
  <p:sldSz cx="9525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90a35bfc4345bd" /><Relationship Type="http://schemas.openxmlformats.org/officeDocument/2006/relationships/slideMaster" Target="/ppt/slideMasters/slideMaster1.xml" Id="R482f849b74ba4006" /><Relationship Type="http://schemas.openxmlformats.org/officeDocument/2006/relationships/notesMaster" Target="/ppt/notesMasters/notesMaster1.xml" Id="R060e08bf3b36446b" /><Relationship Type="http://schemas.openxmlformats.org/officeDocument/2006/relationships/presProps" Target="/ppt/presProps.xml" Id="R88e026b88f3348a9" /><Relationship Type="http://schemas.openxmlformats.org/officeDocument/2006/relationships/viewProps" Target="/ppt/viewProps.xml" Id="R6826f8b35749467c" /><Relationship Type="http://schemas.openxmlformats.org/officeDocument/2006/relationships/tableStyles" Target="/ppt/tableStyles.xml" Id="R82ff5ab842f94f28" /><Relationship Type="http://schemas.openxmlformats.org/officeDocument/2006/relationships/slide" Target="/ppt/slides/slide1.xml" Id="R3e72b7d8c8a04ddc" /><Relationship Type="http://schemas.openxmlformats.org/officeDocument/2006/relationships/slide" Target="/ppt/slides/slide2.xml" Id="R3b4798cd0ebf4bc2" /><Relationship Type="http://schemas.openxmlformats.org/officeDocument/2006/relationships/slide" Target="/ppt/slides/slide3.xml" Id="Ra6b7388d5dad4e7f" /><Relationship Type="http://schemas.openxmlformats.org/officeDocument/2006/relationships/slide" Target="/ppt/slides/slide4.xml" Id="R0e106e54aad24d30" /><Relationship Type="http://schemas.openxmlformats.org/officeDocument/2006/relationships/slide" Target="/ppt/slides/slide5.xml" Id="R0dfe3a7258c744fa" /><Relationship Type="http://schemas.openxmlformats.org/officeDocument/2006/relationships/slide" Target="/ppt/slides/slide6.xml" Id="Rcdfe59dc3e6041cb" /><Relationship Type="http://schemas.openxmlformats.org/officeDocument/2006/relationships/slide" Target="/ppt/slides/slide7.xml" Id="Ra9092fc40e1a450e" /><Relationship Type="http://schemas.openxmlformats.org/officeDocument/2006/relationships/slide" Target="/ppt/slides/slide8.xml" Id="Rfe89338624e64442" /><Relationship Type="http://schemas.openxmlformats.org/officeDocument/2006/relationships/slide" Target="/ppt/slides/slide9.xml" Id="R1563ed027e5d41c6" /><Relationship Type="http://schemas.openxmlformats.org/officeDocument/2006/relationships/slide" Target="/ppt/slides/slide10.xml" Id="Rbf09a7205cc14b75" /><Relationship Type="http://schemas.openxmlformats.org/officeDocument/2006/relationships/slide" Target="/ppt/slides/slide11.xml" Id="Rde138c1960ce44da" /><Relationship Type="http://schemas.openxmlformats.org/officeDocument/2006/relationships/slide" Target="/ppt/slides/slide12.xml" Id="Raa79e34d2b014064" /><Relationship Type="http://schemas.openxmlformats.org/officeDocument/2006/relationships/slide" Target="/ppt/slides/slide13.xml" Id="R7d66cec9addd495f" /><Relationship Type="http://schemas.openxmlformats.org/officeDocument/2006/relationships/slide" Target="/ppt/slides/slide14.xml" Id="Rfb2e55eb5ea0435e" /><Relationship Type="http://schemas.openxmlformats.org/officeDocument/2006/relationships/slide" Target="/ppt/slides/slide15.xml" Id="R9e1b86d39b4d49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2544985b3747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f00a008681443d" /><Relationship Type="http://schemas.openxmlformats.org/officeDocument/2006/relationships/notesMaster" Target="/ppt/notesMasters/notesMaster1.xml" Id="R832c842629044b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09bfe5187f452e" /><Relationship Type="http://schemas.openxmlformats.org/officeDocument/2006/relationships/notesMaster" Target="/ppt/notesMasters/notesMaster1.xml" Id="Rc3cbb5cceb0443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f2ed5128cf4770" /><Relationship Type="http://schemas.openxmlformats.org/officeDocument/2006/relationships/notesMaster" Target="/ppt/notesMasters/notesMaster1.xml" Id="R5ec446909a9e4e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61d01bf3f14c7c" /><Relationship Type="http://schemas.openxmlformats.org/officeDocument/2006/relationships/notesMaster" Target="/ppt/notesMasters/notesMaster1.xml" Id="R1010f99aeaed4f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7ed93dc6e74080" /><Relationship Type="http://schemas.openxmlformats.org/officeDocument/2006/relationships/notesMaster" Target="/ppt/notesMasters/notesMaster1.xml" Id="R7e2bb29a2aad4e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ebfaa0d1bc4664" /><Relationship Type="http://schemas.openxmlformats.org/officeDocument/2006/relationships/notesMaster" Target="/ppt/notesMasters/notesMaster1.xml" Id="Rc43c444751f241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673a15f5cb4887" /><Relationship Type="http://schemas.openxmlformats.org/officeDocument/2006/relationships/notesMaster" Target="/ppt/notesMasters/notesMaster1.xml" Id="Rf5b2f6e735c94b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b6a285e6bf4820" /><Relationship Type="http://schemas.openxmlformats.org/officeDocument/2006/relationships/notesMaster" Target="/ppt/notesMasters/notesMaster1.xml" Id="Rca2cf3f7e2c648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4a2d1732414858" /><Relationship Type="http://schemas.openxmlformats.org/officeDocument/2006/relationships/notesMaster" Target="/ppt/notesMasters/notesMaster1.xml" Id="Rd48d045c234b45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ebcc67027749e4" /><Relationship Type="http://schemas.openxmlformats.org/officeDocument/2006/relationships/notesMaster" Target="/ppt/notesMasters/notesMaster1.xml" Id="R525b8c3fddcc47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a7be0b21d14a0c" /><Relationship Type="http://schemas.openxmlformats.org/officeDocument/2006/relationships/notesMaster" Target="/ppt/notesMasters/notesMaster1.xml" Id="R65b323a25fe34d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79de844e7a4baa" /><Relationship Type="http://schemas.openxmlformats.org/officeDocument/2006/relationships/notesMaster" Target="/ppt/notesMasters/notesMaster1.xml" Id="R496b8851849f44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1a261883984f3f" /><Relationship Type="http://schemas.openxmlformats.org/officeDocument/2006/relationships/notesMaster" Target="/ppt/notesMasters/notesMaster1.xml" Id="R4033955ccc054c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136559eed54794" /><Relationship Type="http://schemas.openxmlformats.org/officeDocument/2006/relationships/notesMaster" Target="/ppt/notesMasters/notesMaster1.xml" Id="R55a8c8066d6e4d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4f80c2257844c7" /><Relationship Type="http://schemas.openxmlformats.org/officeDocument/2006/relationships/notesMaster" Target="/ppt/notesMasters/notesMaster1.xml" Id="R13590aefef204d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4cd8f486264b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e1564f0e70412b" /><Relationship Type="http://schemas.openxmlformats.org/officeDocument/2006/relationships/slideLayout" Target="/ppt/slideLayouts/slideLayout1.xml" Id="R09e1ffd4d6634fa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e1ffd4d6634f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fe92560784760" /><Relationship Type="http://schemas.openxmlformats.org/officeDocument/2006/relationships/notesSlide" Target="/ppt/notesSlides/notesSlide1.xml" Id="R05ab236a145e44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e985bfa434460" /><Relationship Type="http://schemas.openxmlformats.org/officeDocument/2006/relationships/notesSlide" Target="/ppt/notesSlides/notesSlide2.xml" Id="R27b2406a97744c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35a17ab6d456d" /><Relationship Type="http://schemas.openxmlformats.org/officeDocument/2006/relationships/image" Target="/ppt/media/image.png" Id="R403a706aaa454ff5" /><Relationship Type="http://schemas.openxmlformats.org/officeDocument/2006/relationships/notesSlide" Target="/ppt/notesSlides/notesSlide3.xml" Id="Rb7c1d0057f894d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047108b344991" /><Relationship Type="http://schemas.openxmlformats.org/officeDocument/2006/relationships/image" Target="/ppt/media/image.png" Id="Rd2b74a61a19d4e50" /><Relationship Type="http://schemas.openxmlformats.org/officeDocument/2006/relationships/notesSlide" Target="/ppt/notesSlides/notesSlide4.xml" Id="Ra8b2bca492994f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3dbd7848e46a1" /><Relationship Type="http://schemas.openxmlformats.org/officeDocument/2006/relationships/image" Target="/ppt/media/image.png" Id="R54f621b3c61543ef" /><Relationship Type="http://schemas.openxmlformats.org/officeDocument/2006/relationships/notesSlide" Target="/ppt/notesSlides/notesSlide5.xml" Id="Rf8e748ccb7164b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85f6f550947a3" /><Relationship Type="http://schemas.openxmlformats.org/officeDocument/2006/relationships/image" Target="/ppt/media/image.png" Id="R1be363972ec242d4" /><Relationship Type="http://schemas.openxmlformats.org/officeDocument/2006/relationships/notesSlide" Target="/ppt/notesSlides/notesSlide6.xml" Id="R2fdaf73f472340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3a9cf1d864650" /><Relationship Type="http://schemas.openxmlformats.org/officeDocument/2006/relationships/image" Target="/ppt/media/image.png" Id="Rf9401109ee8e4887" /><Relationship Type="http://schemas.openxmlformats.org/officeDocument/2006/relationships/notesSlide" Target="/ppt/notesSlides/notesSlide7.xml" Id="R8f478836f2dc46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33a894cb14d30" /><Relationship Type="http://schemas.openxmlformats.org/officeDocument/2006/relationships/image" Target="/ppt/media/image.png" Id="Rfcb98782504344cc" /><Relationship Type="http://schemas.openxmlformats.org/officeDocument/2006/relationships/notesSlide" Target="/ppt/notesSlides/notesSlide8.xml" Id="Rf4522c3498f046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107922f1d4c59" /><Relationship Type="http://schemas.openxmlformats.org/officeDocument/2006/relationships/image" Target="/ppt/media/image.png" Id="R04ba3c43346247a2" /><Relationship Type="http://schemas.openxmlformats.org/officeDocument/2006/relationships/notesSlide" Target="/ppt/notesSlides/notesSlide9.xml" Id="R30c942b9d76140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c279eda6a44c7" /><Relationship Type="http://schemas.openxmlformats.org/officeDocument/2006/relationships/image" Target="/ppt/media/image.png" Id="R7c006fc2aca14d4e" /><Relationship Type="http://schemas.openxmlformats.org/officeDocument/2006/relationships/notesSlide" Target="/ppt/notesSlides/notesSlide10.xml" Id="R746ac6b3d0ba46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818e694a34d20" /><Relationship Type="http://schemas.openxmlformats.org/officeDocument/2006/relationships/image" Target="/ppt/media/image.png" Id="Rd364306659a646b1" /><Relationship Type="http://schemas.openxmlformats.org/officeDocument/2006/relationships/notesSlide" Target="/ppt/notesSlides/notesSlide11.xml" Id="R530f2ae152014f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1a5b85abd4446" /><Relationship Type="http://schemas.openxmlformats.org/officeDocument/2006/relationships/image" Target="/ppt/media/image2.png" Id="R40935f87e7a241e8" /><Relationship Type="http://schemas.openxmlformats.org/officeDocument/2006/relationships/notesSlide" Target="/ppt/notesSlides/notesSlide12.xml" Id="Rdc5ed5d271f941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160d2407640f8" /><Relationship Type="http://schemas.openxmlformats.org/officeDocument/2006/relationships/image" Target="/ppt/media/image2.png" Id="Re9edf4a157ea4ac9" /><Relationship Type="http://schemas.openxmlformats.org/officeDocument/2006/relationships/image" Target="/ppt/media/image.jpeg" Id="Rbb7edf4b957b4d43" /><Relationship Type="http://schemas.openxmlformats.org/officeDocument/2006/relationships/notesSlide" Target="/ppt/notesSlides/notesSlide13.xml" Id="R0e9941ac328a40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bce98a22e4e39" /><Relationship Type="http://schemas.openxmlformats.org/officeDocument/2006/relationships/image" Target="/ppt/media/image3.png" Id="Recb999dae8134dde" /><Relationship Type="http://schemas.openxmlformats.org/officeDocument/2006/relationships/notesSlide" Target="/ppt/notesSlides/notesSlide14.xml" Id="Rf4ad2075ffa34e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9e6440647480f" /><Relationship Type="http://schemas.openxmlformats.org/officeDocument/2006/relationships/notesSlide" Target="/ppt/notesSlides/notesSlide15.xml" Id="R8895d291ea1e45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left-orange-vertical">
            <a:extLst xmlns:a="http://schemas.openxmlformats.org/drawingml/2006/main">
              <a:ext uri="{FF2B5EF4-FFF2-40B4-BE49-F238E27FC236}">
                <a16:creationId xmlns:a16="http://schemas.microsoft.com/office/drawing/2014/main" id="{2E9B025B-7C34-4C72-B7DB-02FF6FBD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0" cy="1647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2" name="left-orange-horizontal">
            <a:extLst xmlns:a="http://schemas.openxmlformats.org/drawingml/2006/main">
              <a:ext uri="{FF2B5EF4-FFF2-40B4-BE49-F238E27FC236}">
                <a16:creationId xmlns:a16="http://schemas.microsoft.com/office/drawing/2014/main" id="{12CC9E9E-2EA5-483F-A7EF-15982FC7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241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3" name="left-loop-arrow">
            <a:extLst xmlns:a="http://schemas.openxmlformats.org/drawingml/2006/main">
              <a:ext uri="{FF2B5EF4-FFF2-40B4-BE49-F238E27FC236}">
                <a16:creationId xmlns:a16="http://schemas.microsoft.com/office/drawing/2014/main" id="{DEDE1816-D148-41E4-AF7D-2A86DC91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62500"/>
            <a:ext cx="3333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4" name="left-up-arrow">
            <a:extLst xmlns:a="http://schemas.openxmlformats.org/drawingml/2006/main">
              <a:ext uri="{FF2B5EF4-FFF2-40B4-BE49-F238E27FC236}">
                <a16:creationId xmlns:a16="http://schemas.microsoft.com/office/drawing/2014/main" id="{4BFDB862-7A15-48F8-8315-4DBE3374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304800" cy="3810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5" name="rs422-line">
            <a:extLst xmlns:a="http://schemas.openxmlformats.org/drawingml/2006/main">
              <a:ext uri="{FF2B5EF4-FFF2-40B4-BE49-F238E27FC236}">
                <a16:creationId xmlns:a16="http://schemas.microsoft.com/office/drawing/2014/main" id="{E083F29F-3CE6-46C4-A3EC-ACBF9E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4322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6" name="rs422-up">
            <a:extLst xmlns:a="http://schemas.openxmlformats.org/drawingml/2006/main">
              <a:ext uri="{FF2B5EF4-FFF2-40B4-BE49-F238E27FC236}">
                <a16:creationId xmlns:a16="http://schemas.microsoft.com/office/drawing/2014/main" id="{0AE54897-934F-4D5C-8C85-0E1895F4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86075"/>
            <a:ext cx="304800" cy="3619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7" name="rs422-down">
            <a:extLst xmlns:a="http://schemas.openxmlformats.org/drawingml/2006/main">
              <a:ext uri="{FF2B5EF4-FFF2-40B4-BE49-F238E27FC236}">
                <a16:creationId xmlns:a16="http://schemas.microsoft.com/office/drawing/2014/main" id="{FBDAD861-8FD4-4E7C-A6E5-7131A564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71975"/>
            <a:ext cx="3048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8" name="right-orange-horizontal">
            <a:extLst xmlns:a="http://schemas.openxmlformats.org/drawingml/2006/main">
              <a:ext uri="{FF2B5EF4-FFF2-40B4-BE49-F238E27FC236}">
                <a16:creationId xmlns:a16="http://schemas.microsoft.com/office/drawing/2014/main" id="{5641EB65-E8F8-4693-8DBA-ACB134A4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886325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9" name="right-orange-vertical">
            <a:extLst xmlns:a="http://schemas.openxmlformats.org/drawingml/2006/main">
              <a:ext uri="{FF2B5EF4-FFF2-40B4-BE49-F238E27FC236}">
                <a16:creationId xmlns:a16="http://schemas.microsoft.com/office/drawing/2014/main" id="{F639E9A4-0DDC-4358-B6B7-03610A4A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0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10" name="right-loop-left">
            <a:extLst xmlns:a="http://schemas.openxmlformats.org/drawingml/2006/main">
              <a:ext uri="{FF2B5EF4-FFF2-40B4-BE49-F238E27FC236}">
                <a16:creationId xmlns:a16="http://schemas.microsoft.com/office/drawing/2014/main" id="{E60B7D48-202D-4054-8967-ABFC84F0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333375" cy="2571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11" name="right-up-arrow">
            <a:extLst xmlns:a="http://schemas.openxmlformats.org/drawingml/2006/main">
              <a:ext uri="{FF2B5EF4-FFF2-40B4-BE49-F238E27FC236}">
                <a16:creationId xmlns:a16="http://schemas.microsoft.com/office/drawing/2014/main" id="{0E420810-7D6F-40A4-B909-4F700EF1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304800" cy="3810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12" name="data-up">
            <a:extLst xmlns:a="http://schemas.openxmlformats.org/drawingml/2006/main">
              <a:ext uri="{FF2B5EF4-FFF2-40B4-BE49-F238E27FC236}">
                <a16:creationId xmlns:a16="http://schemas.microsoft.com/office/drawing/2014/main" id="{0C901BBF-9859-4041-96B3-8572C0F2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323850" cy="4762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3" name="data-down">
            <a:extLst xmlns:a="http://schemas.openxmlformats.org/drawingml/2006/main">
              <a:ext uri="{FF2B5EF4-FFF2-40B4-BE49-F238E27FC236}">
                <a16:creationId xmlns:a16="http://schemas.microsoft.com/office/drawing/2014/main" id="{C226BD4B-627A-4ECA-8296-759DD0E2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76875"/>
            <a:ext cx="323850" cy="476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4" name="power-up">
            <a:extLst xmlns:a="http://schemas.openxmlformats.org/drawingml/2006/main">
              <a:ext uri="{FF2B5EF4-FFF2-40B4-BE49-F238E27FC236}">
                <a16:creationId xmlns:a16="http://schemas.microsoft.com/office/drawing/2014/main" id="{98D1C60A-7584-48EF-88A2-D144D08D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05125"/>
            <a:ext cx="361950" cy="30575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5" name="ccd-dashed-link">
            <a:extLst xmlns:a="http://schemas.openxmlformats.org/drawingml/2006/main">
              <a:ext uri="{FF2B5EF4-FFF2-40B4-BE49-F238E27FC236}">
                <a16:creationId xmlns:a16="http://schemas.microsoft.com/office/drawing/2014/main" id="{0EB57455-E81B-45C6-A537-E6DE40FC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69A8"/>
            </a:solidFill>
            <a:prstDash val="dash"/>
          </a:ln>
        </p:spPr>
      </p:sp>
      <p:sp>
        <p:nvSpPr>
          <p:cNvPr id="16" name="ccd-left-arrow">
            <a:extLst xmlns:a="http://schemas.openxmlformats.org/drawingml/2006/main">
              <a:ext uri="{FF2B5EF4-FFF2-40B4-BE49-F238E27FC236}">
                <a16:creationId xmlns:a16="http://schemas.microsoft.com/office/drawing/2014/main" id="{0172F40A-44F8-4D19-97DC-09CAF8D1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143000"/>
            <a:ext cx="295275" cy="2381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7" name="left-module-boundary">
            <a:extLst xmlns:a="http://schemas.openxmlformats.org/drawingml/2006/main">
              <a:ext uri="{FF2B5EF4-FFF2-40B4-BE49-F238E27FC236}">
                <a16:creationId xmlns:a16="http://schemas.microsoft.com/office/drawing/2014/main" id="{FDEEEFA2-C4E9-4AF2-A084-B135AF9F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9050"/>
            <a:ext cx="18097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1F26"/>
            </a:solidFill>
            <a:prstDash val="dash"/>
          </a:ln>
        </p:spPr>
      </p:sp>
      <p:sp>
        <p:nvSpPr>
          <p:cNvPr id="18" name="small-flow-module">
            <a:extLst xmlns:a="http://schemas.openxmlformats.org/drawingml/2006/main">
              <a:ext uri="{FF2B5EF4-FFF2-40B4-BE49-F238E27FC236}">
                <a16:creationId xmlns:a16="http://schemas.microsoft.com/office/drawing/2014/main" id="{EB6EE63E-C06D-4CBD-AAC5-B25FBA42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90500"/>
            <a:ext cx="1381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F0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小流量供</a:t>
            </a:r>
            <a:endParaRPr sz="1650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液模块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9" name="large-flow-module">
            <a:extLst xmlns:a="http://schemas.openxmlformats.org/drawingml/2006/main">
              <a:ext uri="{FF2B5EF4-FFF2-40B4-BE49-F238E27FC236}">
                <a16:creationId xmlns:a16="http://schemas.microsoft.com/office/drawing/2014/main" id="{35BD9451-0F1D-4031-8455-17087E7B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695450"/>
            <a:ext cx="1381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F0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大流量供</a:t>
            </a:r>
            <a:endParaRPr sz="1650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液模块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20" name="y52-pipe">
            <a:extLst xmlns:a="http://schemas.openxmlformats.org/drawingml/2006/main">
              <a:ext uri="{FF2B5EF4-FFF2-40B4-BE49-F238E27FC236}">
                <a16:creationId xmlns:a16="http://schemas.microsoft.com/office/drawing/2014/main" id="{EA0DCCDB-60DA-4743-A0F9-377E2AF5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62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1" name="y51-pipe">
            <a:extLst xmlns:a="http://schemas.openxmlformats.org/drawingml/2006/main">
              <a:ext uri="{FF2B5EF4-FFF2-40B4-BE49-F238E27FC236}">
                <a16:creationId xmlns:a16="http://schemas.microsoft.com/office/drawing/2014/main" id="{0BB37197-B65C-4785-850A-D5F207D7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8858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2" name="y54-pipe">
            <a:extLst xmlns:a="http://schemas.openxmlformats.org/drawingml/2006/main">
              <a:ext uri="{FF2B5EF4-FFF2-40B4-BE49-F238E27FC236}">
                <a16:creationId xmlns:a16="http://schemas.microsoft.com/office/drawing/2014/main" id="{DC07264D-314A-4DDB-9FBC-CD2F2CF4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002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3" name="y53-pipe">
            <a:extLst xmlns:a="http://schemas.openxmlformats.org/drawingml/2006/main">
              <a:ext uri="{FF2B5EF4-FFF2-40B4-BE49-F238E27FC236}">
                <a16:creationId xmlns:a16="http://schemas.microsoft.com/office/drawing/2014/main" id="{97394C72-CA04-4EBE-8285-57A8CF26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098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4" name="y52">
            <a:extLst xmlns:a="http://schemas.openxmlformats.org/drawingml/2006/main">
              <a:ext uri="{FF2B5EF4-FFF2-40B4-BE49-F238E27FC236}">
                <a16:creationId xmlns:a16="http://schemas.microsoft.com/office/drawing/2014/main" id="{5BE25246-D502-4651-B224-8BC3A92B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524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Y52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25" name="y61">
            <a:extLst xmlns:a="http://schemas.openxmlformats.org/drawingml/2006/main">
              <a:ext uri="{FF2B5EF4-FFF2-40B4-BE49-F238E27FC236}">
                <a16:creationId xmlns:a16="http://schemas.microsoft.com/office/drawing/2014/main" id="{04356F34-AB81-40FC-88E3-5FB9EC3C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24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Y61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26" name="dn8a">
            <a:extLst xmlns:a="http://schemas.openxmlformats.org/drawingml/2006/main">
              <a:ext uri="{FF2B5EF4-FFF2-40B4-BE49-F238E27FC236}">
                <a16:creationId xmlns:a16="http://schemas.microsoft.com/office/drawing/2014/main" id="{4C4F2BE1-ACB4-462C-B5BB-9E1B5139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857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DN8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27" name="y51">
            <a:extLst xmlns:a="http://schemas.openxmlformats.org/drawingml/2006/main">
              <a:ext uri="{FF2B5EF4-FFF2-40B4-BE49-F238E27FC236}">
                <a16:creationId xmlns:a16="http://schemas.microsoft.com/office/drawing/2014/main" id="{5C384A06-1585-484A-BE40-4D1E799C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6858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Y51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28" name="y64">
            <a:extLst xmlns:a="http://schemas.openxmlformats.org/drawingml/2006/main">
              <a:ext uri="{FF2B5EF4-FFF2-40B4-BE49-F238E27FC236}">
                <a16:creationId xmlns:a16="http://schemas.microsoft.com/office/drawing/2014/main" id="{C4A83A70-0CA4-4FFD-B273-FF064B3D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858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Y64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29" name="dn8b">
            <a:extLst xmlns:a="http://schemas.openxmlformats.org/drawingml/2006/main">
              <a:ext uri="{FF2B5EF4-FFF2-40B4-BE49-F238E27FC236}">
                <a16:creationId xmlns:a16="http://schemas.microsoft.com/office/drawing/2014/main" id="{14842497-EE96-4B06-BFE6-98363E13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895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DN8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30" name="y54">
            <a:extLst xmlns:a="http://schemas.openxmlformats.org/drawingml/2006/main">
              <a:ext uri="{FF2B5EF4-FFF2-40B4-BE49-F238E27FC236}">
                <a16:creationId xmlns:a16="http://schemas.microsoft.com/office/drawing/2014/main" id="{188C5548-735E-46C5-A9BA-B3665B0A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6764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Y54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31" name="y62">
            <a:extLst xmlns:a="http://schemas.openxmlformats.org/drawingml/2006/main">
              <a:ext uri="{FF2B5EF4-FFF2-40B4-BE49-F238E27FC236}">
                <a16:creationId xmlns:a16="http://schemas.microsoft.com/office/drawing/2014/main" id="{CD71DDF1-E214-4EFC-B736-B6D87836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764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Y62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32" name="dn12a">
            <a:extLst xmlns:a="http://schemas.openxmlformats.org/drawingml/2006/main">
              <a:ext uri="{FF2B5EF4-FFF2-40B4-BE49-F238E27FC236}">
                <a16:creationId xmlns:a16="http://schemas.microsoft.com/office/drawing/2014/main" id="{7624EE1B-3254-4A8F-9815-3AC69C30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000250"/>
            <a:ext cx="790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DN12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33" name="y53">
            <a:extLst xmlns:a="http://schemas.openxmlformats.org/drawingml/2006/main">
              <a:ext uri="{FF2B5EF4-FFF2-40B4-BE49-F238E27FC236}">
                <a16:creationId xmlns:a16="http://schemas.microsoft.com/office/drawing/2014/main" id="{5638245D-B5A4-457E-968C-AD7E6C98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0859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Y53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34" name="y63">
            <a:extLst xmlns:a="http://schemas.openxmlformats.org/drawingml/2006/main">
              <a:ext uri="{FF2B5EF4-FFF2-40B4-BE49-F238E27FC236}">
                <a16:creationId xmlns:a16="http://schemas.microsoft.com/office/drawing/2014/main" id="{5752626B-B8DB-4C8A-9A67-CE5E92D1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8597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Y63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35" name="dn12b">
            <a:extLst xmlns:a="http://schemas.openxmlformats.org/drawingml/2006/main">
              <a:ext uri="{FF2B5EF4-FFF2-40B4-BE49-F238E27FC236}">
                <a16:creationId xmlns:a16="http://schemas.microsoft.com/office/drawing/2014/main" id="{A1F7A8D9-4D0D-4021-A119-B6530BED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19350"/>
            <a:ext cx="790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DN12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36" name="left-precontrol">
            <a:extLst xmlns:a="http://schemas.openxmlformats.org/drawingml/2006/main">
              <a:ext uri="{FF2B5EF4-FFF2-40B4-BE49-F238E27FC236}">
                <a16:creationId xmlns:a16="http://schemas.microsoft.com/office/drawing/2014/main" id="{00EE60A8-5C99-49F2-8BF6-1D5FA7DE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0956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F26"/>
          </a:solidFill>
          <a:ln xmlns:a="http://schemas.openxmlformats.org/drawingml/2006/main" w="19050">
            <a:solidFill>
              <a:srgbClr val="9A1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37" name="experiment-module">
            <a:extLst xmlns:a="http://schemas.openxmlformats.org/drawingml/2006/main">
              <a:ext uri="{FF2B5EF4-FFF2-40B4-BE49-F238E27FC236}">
                <a16:creationId xmlns:a16="http://schemas.microsoft.com/office/drawing/2014/main" id="{8F11B7E4-67A7-4829-82B8-2C6EB38E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"/>
            <a:ext cx="24479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CB91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电场强化</a:t>
            </a:r>
            <a:endParaRPr sz="2325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沸腾传热</a:t>
            </a:r>
            <a:endParaRPr sz="2325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实验模块</a:t>
            </a:r>
            <a:endParaRPr sz="2325" b="1">
              <a:solidFill>
                <a:srgbClr val="111111"/>
              </a:solidFill>
            </a:endParaRPr>
          </a:p>
        </p:txBody>
      </p:sp>
      <p:sp>
        <p:nvSpPr>
          <p:cNvPr id="38" name="experiment-precontrol">
            <a:extLst xmlns:a="http://schemas.openxmlformats.org/drawingml/2006/main">
              <a:ext uri="{FF2B5EF4-FFF2-40B4-BE49-F238E27FC236}">
                <a16:creationId xmlns:a16="http://schemas.microsoft.com/office/drawing/2014/main" id="{62CEB44E-9F37-40A5-A8B6-21CE746A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19350"/>
            <a:ext cx="182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F26"/>
          </a:solidFill>
          <a:ln xmlns:a="http://schemas.openxmlformats.org/drawingml/2006/main" w="19050">
            <a:solidFill>
              <a:srgbClr val="9A1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39" name="optical-platform">
            <a:extLst xmlns:a="http://schemas.openxmlformats.org/drawingml/2006/main">
              <a:ext uri="{FF2B5EF4-FFF2-40B4-BE49-F238E27FC236}">
                <a16:creationId xmlns:a16="http://schemas.microsoft.com/office/drawing/2014/main" id="{0115C0AF-DD9D-4E01-A413-73EFE94B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95325"/>
            <a:ext cx="13239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F0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光学观测</a:t>
            </a:r>
            <a:endParaRPr sz="1650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平台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40" name="optical-precontrol">
            <a:extLst xmlns:a="http://schemas.openxmlformats.org/drawingml/2006/main">
              <a:ext uri="{FF2B5EF4-FFF2-40B4-BE49-F238E27FC236}">
                <a16:creationId xmlns:a16="http://schemas.microsoft.com/office/drawing/2014/main" id="{8342035E-E86B-4B25-B33F-9DBF8AEA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5260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F26"/>
          </a:solidFill>
          <a:ln xmlns:a="http://schemas.openxmlformats.org/drawingml/2006/main" w="19050">
            <a:solidFill>
              <a:srgbClr val="9A1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41" name="ccd-label">
            <a:extLst xmlns:a="http://schemas.openxmlformats.org/drawingml/2006/main">
              <a:ext uri="{FF2B5EF4-FFF2-40B4-BE49-F238E27FC236}">
                <a16:creationId xmlns:a16="http://schemas.microsoft.com/office/drawing/2014/main" id="{1E05CEAA-60CB-4FAA-AC34-EF424C2E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95325"/>
            <a:ext cx="1609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左视细观CCD</a:t>
            </a:r>
            <a:endParaRPr sz="1275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左视高速CCD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42" name="main-control">
            <a:extLst xmlns:a="http://schemas.openxmlformats.org/drawingml/2006/main">
              <a:ext uri="{FF2B5EF4-FFF2-40B4-BE49-F238E27FC236}">
                <a16:creationId xmlns:a16="http://schemas.microsoft.com/office/drawing/2014/main" id="{B2034ED5-50C4-4622-927E-8929060C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10100"/>
            <a:ext cx="28670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1F"/>
          </a:solidFill>
          <a:ln xmlns:a="http://schemas.openxmlformats.org/drawingml/2006/main" w="19050">
            <a:solidFill>
              <a:srgbClr val="777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两相柜实验主控单元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43" name="experiment-controller">
            <a:extLst xmlns:a="http://schemas.openxmlformats.org/drawingml/2006/main">
              <a:ext uri="{FF2B5EF4-FFF2-40B4-BE49-F238E27FC236}">
                <a16:creationId xmlns:a16="http://schemas.microsoft.com/office/drawing/2014/main" id="{092C9689-09A7-460C-8FF7-B4D23F05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9626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2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实验柜控制器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44" name="rs422">
            <a:extLst xmlns:a="http://schemas.openxmlformats.org/drawingml/2006/main">
              <a:ext uri="{FF2B5EF4-FFF2-40B4-BE49-F238E27FC236}">
                <a16:creationId xmlns:a16="http://schemas.microsoft.com/office/drawing/2014/main" id="{EFE04AC9-C8D3-4427-82DF-4B8A5A3D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814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RS422</a:t>
            </a:r>
            <a:endParaRPr sz="1200" b="1">
              <a:solidFill>
                <a:srgbClr val="111111"/>
              </a:solidFill>
            </a:endParaRPr>
          </a:p>
        </p:txBody>
      </p:sp>
      <p:sp>
        <p:nvSpPr>
          <p:cNvPr id="45" name="x83">
            <a:extLst xmlns:a="http://schemas.openxmlformats.org/drawingml/2006/main">
              <a:ext uri="{FF2B5EF4-FFF2-40B4-BE49-F238E27FC236}">
                <a16:creationId xmlns:a16="http://schemas.microsoft.com/office/drawing/2014/main" id="{187A6FE8-A03D-40E4-B49D-928E185E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F69A8"/>
                </a:solidFill>
              </a:defRPr>
            </a:pPr>
            <a:r>
              <a:rPr sz="1425" b="1">
                <a:solidFill>
                  <a:srgbClr val="3F69A8"/>
                </a:solidFill>
              </a:rPr>
              <a:t>X83</a:t>
            </a:r>
            <a:endParaRPr sz="1425" b="1">
              <a:solidFill>
                <a:srgbClr val="3F69A8"/>
              </a:solidFill>
            </a:endParaRPr>
          </a:p>
        </p:txBody>
      </p:sp>
      <p:sp>
        <p:nvSpPr>
          <p:cNvPr id="46" name="x70">
            <a:extLst xmlns:a="http://schemas.openxmlformats.org/drawingml/2006/main">
              <a:ext uri="{FF2B5EF4-FFF2-40B4-BE49-F238E27FC236}">
                <a16:creationId xmlns:a16="http://schemas.microsoft.com/office/drawing/2014/main" id="{297BDB8E-1714-4DCD-A1C9-7594475B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1482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C67E14"/>
                </a:solidFill>
              </a:defRPr>
            </a:pPr>
            <a:r>
              <a:rPr sz="1425" b="1">
                <a:solidFill>
                  <a:srgbClr val="C67E14"/>
                </a:solidFill>
              </a:rPr>
              <a:t>X70</a:t>
            </a:r>
            <a:endParaRPr sz="1425" b="1">
              <a:solidFill>
                <a:srgbClr val="C67E14"/>
              </a:solidFill>
            </a:endParaRPr>
          </a:p>
        </p:txBody>
      </p:sp>
      <p:sp>
        <p:nvSpPr>
          <p:cNvPr id="47" name="data-label">
            <a:extLst xmlns:a="http://schemas.openxmlformats.org/drawingml/2006/main">
              <a:ext uri="{FF2B5EF4-FFF2-40B4-BE49-F238E27FC236}">
                <a16:creationId xmlns:a16="http://schemas.microsoft.com/office/drawing/2014/main" id="{1DC1845C-53C7-4470-B800-A5451370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19112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数据</a:t>
            </a:r>
            <a:endParaRPr sz="1350" b="1">
              <a:solidFill>
                <a:srgbClr val="D91F26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通讯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48" name="power-label">
            <a:extLst xmlns:a="http://schemas.openxmlformats.org/drawingml/2006/main">
              <a:ext uri="{FF2B5EF4-FFF2-40B4-BE49-F238E27FC236}">
                <a16:creationId xmlns:a16="http://schemas.microsoft.com/office/drawing/2014/main" id="{6300DA40-680F-4BF1-B1EE-308DF4A0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72075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100V供电</a:t>
            </a:r>
            <a:endParaRPr sz="1350" b="1">
              <a:solidFill>
                <a:srgbClr val="D91F26"/>
              </a:solidFill>
            </a:endParaRPr>
          </a:p>
          <a:p xmlns:a="http://schemas.openxmlformats.org/drawingml/2006/main">
            <a:pPr algn="l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背插J95</a:t>
            </a:r>
            <a:endParaRPr sz="1350" b="1">
              <a:solidFill>
                <a:srgbClr val="D91F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0524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2-contact-line">
            <a:extLst xmlns:a="http://schemas.openxmlformats.org/drawingml/2006/main">
              <a:ext uri="{FF2B5EF4-FFF2-40B4-BE49-F238E27FC236}">
                <a16:creationId xmlns:a16="http://schemas.microsoft.com/office/drawing/2014/main" id="{AD1B6F70-98B9-41E2-8ACB-C8B4F354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867150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" name="s2-contact-left">
            <a:extLst xmlns:a="http://schemas.openxmlformats.org/drawingml/2006/main">
              <a:ext uri="{FF2B5EF4-FFF2-40B4-BE49-F238E27FC236}">
                <a16:creationId xmlns:a16="http://schemas.microsoft.com/office/drawing/2014/main" id="{7937D41F-F3DF-45E3-9B88-17F5A1B1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62375"/>
            <a:ext cx="2667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s2-contact-right">
            <a:extLst xmlns:a="http://schemas.openxmlformats.org/drawingml/2006/main">
              <a:ext uri="{FF2B5EF4-FFF2-40B4-BE49-F238E27FC236}">
                <a16:creationId xmlns:a16="http://schemas.microsoft.com/office/drawing/2014/main" id="{AF58849C-9230-4EC5-B0D6-61F3E1FB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" name="s2-liquid-title">
            <a:extLst xmlns:a="http://schemas.openxmlformats.org/drawingml/2006/main">
              <a:ext uri="{FF2B5EF4-FFF2-40B4-BE49-F238E27FC236}">
                <a16:creationId xmlns:a16="http://schemas.microsoft.com/office/drawing/2014/main" id="{18B3DEB8-58AD-4E04-93A0-FF7EE767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1688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液冷</a:t>
            </a:r>
            <a:endParaRPr sz="2025" b="0">
              <a:solidFill>
                <a:srgbClr val="111111"/>
              </a:solidFill>
            </a:endParaRPr>
          </a:p>
        </p:txBody>
      </p:sp>
      <p:sp>
        <p:nvSpPr>
          <p:cNvPr id="3" name="s2-small-return">
            <a:extLst xmlns:a="http://schemas.openxmlformats.org/drawingml/2006/main">
              <a:ext uri="{FF2B5EF4-FFF2-40B4-BE49-F238E27FC236}">
                <a16:creationId xmlns:a16="http://schemas.microsoft.com/office/drawing/2014/main" id="{B4DD2053-08EC-49B8-8932-8C13D365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4050" y="4377055"/>
            <a:ext cx="2009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2" name="s2-small-supply">
            <a:extLst xmlns:a="http://schemas.openxmlformats.org/drawingml/2006/main">
              <a:ext uri="{FF2B5EF4-FFF2-40B4-BE49-F238E27FC236}">
                <a16:creationId xmlns:a16="http://schemas.microsoft.com/office/drawing/2014/main" id="{3A8D0D63-5700-452B-BAA5-93B2DC46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4050" y="3653155"/>
            <a:ext cx="2009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" name="s2-small-supply-head">
            <a:extLst xmlns:a="http://schemas.openxmlformats.org/drawingml/2006/main">
              <a:ext uri="{FF2B5EF4-FFF2-40B4-BE49-F238E27FC236}">
                <a16:creationId xmlns:a16="http://schemas.microsoft.com/office/drawing/2014/main" id="{A505E672-BD5B-4CA1-92BD-3120CAE3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2850" y="354838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s2-small-return-head">
            <a:extLst xmlns:a="http://schemas.openxmlformats.org/drawingml/2006/main">
              <a:ext uri="{FF2B5EF4-FFF2-40B4-BE49-F238E27FC236}">
                <a16:creationId xmlns:a16="http://schemas.microsoft.com/office/drawing/2014/main" id="{D571E49A-A5CE-42A2-981F-716B430F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5000" y="4272280"/>
            <a:ext cx="2667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s2-liquid-boundary">
            <a:extLst xmlns:a="http://schemas.openxmlformats.org/drawingml/2006/main">
              <a:ext uri="{FF2B5EF4-FFF2-40B4-BE49-F238E27FC236}">
                <a16:creationId xmlns:a16="http://schemas.microsoft.com/office/drawing/2014/main" id="{AA5E1656-CB01-4186-83E1-C316B76C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700" y="2872105"/>
            <a:ext cx="1885950" cy="2374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dash"/>
          </a:ln>
        </p:spPr>
      </p:sp>
      <p:sp>
        <p:nvSpPr>
          <p:cNvPr id="13" name="s2-small-module">
            <a:extLst xmlns:a="http://schemas.openxmlformats.org/drawingml/2006/main">
              <a:ext uri="{FF2B5EF4-FFF2-40B4-BE49-F238E27FC236}">
                <a16:creationId xmlns:a16="http://schemas.microsoft.com/office/drawing/2014/main" id="{7230A93E-759D-4469-89B4-E67045D9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8625" y="3329305"/>
            <a:ext cx="14954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小流量</a:t>
            </a:r>
            <a:endParaRPr sz="2100" b="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供液模块</a:t>
            </a:r>
            <a:endParaRPr sz="2100" b="0">
              <a:solidFill>
                <a:srgbClr val="111111"/>
              </a:solidFill>
            </a:endParaRPr>
          </a:p>
        </p:txBody>
      </p:sp>
      <p:sp>
        <p:nvSpPr>
          <p:cNvPr id="16" name="s2-y52">
            <a:extLst xmlns:a="http://schemas.openxmlformats.org/drawingml/2006/main">
              <a:ext uri="{FF2B5EF4-FFF2-40B4-BE49-F238E27FC236}">
                <a16:creationId xmlns:a16="http://schemas.microsoft.com/office/drawing/2014/main" id="{5BDB81D9-BEA5-432C-B905-A4F723D4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14550" y="322453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Y52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17" name="s2-y61">
            <a:extLst xmlns:a="http://schemas.openxmlformats.org/drawingml/2006/main">
              <a:ext uri="{FF2B5EF4-FFF2-40B4-BE49-F238E27FC236}">
                <a16:creationId xmlns:a16="http://schemas.microsoft.com/office/drawing/2014/main" id="{0D036DF4-B31F-44AB-A7B5-1772086E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2300" y="322453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Y61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18" name="s2-dn8">
            <a:extLst xmlns:a="http://schemas.openxmlformats.org/drawingml/2006/main">
              <a:ext uri="{FF2B5EF4-FFF2-40B4-BE49-F238E27FC236}">
                <a16:creationId xmlns:a16="http://schemas.microsoft.com/office/drawing/2014/main" id="{052BB5B6-08F3-4A9B-AC5E-190BC064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52700" y="385318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DN8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9" name="s2-y51">
            <a:extLst xmlns:a="http://schemas.openxmlformats.org/drawingml/2006/main">
              <a:ext uri="{FF2B5EF4-FFF2-40B4-BE49-F238E27FC236}">
                <a16:creationId xmlns:a16="http://schemas.microsoft.com/office/drawing/2014/main" id="{73EBDE58-D156-46A7-B5ED-67733805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14550" y="448183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Y51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20" name="s2-y64">
            <a:extLst xmlns:a="http://schemas.openxmlformats.org/drawingml/2006/main">
              <a:ext uri="{FF2B5EF4-FFF2-40B4-BE49-F238E27FC236}">
                <a16:creationId xmlns:a16="http://schemas.microsoft.com/office/drawing/2014/main" id="{587F5242-9680-4A7E-B5C0-9C5C76C6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2300" y="448183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Y64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26" name="s2-experiment-module">
            <a:extLst xmlns:a="http://schemas.openxmlformats.org/drawingml/2006/main">
              <a:ext uri="{FF2B5EF4-FFF2-40B4-BE49-F238E27FC236}">
                <a16:creationId xmlns:a16="http://schemas.microsoft.com/office/drawing/2014/main" id="{0BE6CA80-4661-4ED7-97C0-8197010E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81225"/>
            <a:ext cx="3219450" cy="341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225" b="0">
                <a:solidFill>
                  <a:srgbClr val="111111"/>
                </a:solidFill>
              </a:defRPr>
            </a:pPr>
            <a:r>
              <a:rPr sz="3225" b="0">
                <a:solidFill>
                  <a:srgbClr val="111111"/>
                </a:solidFill>
              </a:rPr>
              <a:t>新型无泵式沸腾散热</a:t>
            </a:r>
            <a:r>
              <a:rPr sz="3225" b="0">
                <a:solidFill>
                  <a:srgbClr val="111111"/>
                </a:solidFill>
              </a:rPr>
              <a:t>实验模块</a:t>
            </a:r>
            <a:endParaRPr sz="3225" b="0">
              <a:solidFill>
                <a:srgbClr val="111111"/>
              </a:solidFill>
            </a:endParaRPr>
          </a:p>
        </p:txBody>
      </p:sp>
      <p:sp>
        <p:nvSpPr>
          <p:cNvPr id="27" name="s2-air-title">
            <a:extLst xmlns:a="http://schemas.openxmlformats.org/drawingml/2006/main">
              <a:ext uri="{FF2B5EF4-FFF2-40B4-BE49-F238E27FC236}">
                <a16:creationId xmlns:a16="http://schemas.microsoft.com/office/drawing/2014/main" id="{EC947B75-8A2E-4154-ADFD-FEDC0F22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666750"/>
            <a:ext cx="129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风冷</a:t>
            </a:r>
            <a:endParaRPr sz="2100" b="0">
              <a:solidFill>
                <a:srgbClr val="111111"/>
              </a:solidFill>
            </a:endParaRPr>
          </a:p>
        </p:txBody>
      </p:sp>
      <p:sp>
        <p:nvSpPr>
          <p:cNvPr id="28" name="s2-fan-left-blade-1">
            <a:extLst xmlns:a="http://schemas.openxmlformats.org/drawingml/2006/main">
              <a:ext uri="{FF2B5EF4-FFF2-40B4-BE49-F238E27FC236}">
                <a16:creationId xmlns:a16="http://schemas.microsoft.com/office/drawing/2014/main" id="{D8AA02A9-D118-4430-9460-3894709B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762500" y="118110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29" name="s2-fan-left-blade-2">
            <a:extLst xmlns:a="http://schemas.openxmlformats.org/drawingml/2006/main">
              <a:ext uri="{FF2B5EF4-FFF2-40B4-BE49-F238E27FC236}">
                <a16:creationId xmlns:a16="http://schemas.microsoft.com/office/drawing/2014/main" id="{DE6E16DA-4F35-4A33-B7AA-A66558CD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020000">
            <a:off x="498897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0" name="s2-fan-left-blade-3">
            <a:extLst xmlns:a="http://schemas.openxmlformats.org/drawingml/2006/main">
              <a:ext uri="{FF2B5EF4-FFF2-40B4-BE49-F238E27FC236}">
                <a16:creationId xmlns:a16="http://schemas.microsoft.com/office/drawing/2014/main" id="{E0B4FA9D-9EB1-4BAF-969E-963B3E60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40000">
            <a:off x="4902466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1" name="s2-fan-left-blade-4">
            <a:extLst xmlns:a="http://schemas.openxmlformats.org/drawingml/2006/main">
              <a:ext uri="{FF2B5EF4-FFF2-40B4-BE49-F238E27FC236}">
                <a16:creationId xmlns:a16="http://schemas.microsoft.com/office/drawing/2014/main" id="{8DD506BD-D9B1-4B06-B36A-51D465D5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60000">
            <a:off x="4622534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2" name="s2-fan-left-blade-5">
            <a:extLst xmlns:a="http://schemas.openxmlformats.org/drawingml/2006/main">
              <a:ext uri="{FF2B5EF4-FFF2-40B4-BE49-F238E27FC236}">
                <a16:creationId xmlns:a16="http://schemas.microsoft.com/office/drawing/2014/main" id="{05B58D64-D487-472A-B0C0-86E92EBE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980000">
            <a:off x="453603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3" name="s2-fan-left-hub">
            <a:extLst xmlns:a="http://schemas.openxmlformats.org/drawingml/2006/main">
              <a:ext uri="{FF2B5EF4-FFF2-40B4-BE49-F238E27FC236}">
                <a16:creationId xmlns:a16="http://schemas.microsoft.com/office/drawing/2014/main" id="{5157AE24-A34C-40DA-8DCD-1C208E0B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495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33"/>
            </a:solidFill>
            <a:prstDash val="solid"/>
          </a:ln>
        </p:spPr>
      </p:sp>
      <p:sp>
        <p:nvSpPr>
          <p:cNvPr id="34" name="s2-fan-right-blade-1">
            <a:extLst xmlns:a="http://schemas.openxmlformats.org/drawingml/2006/main">
              <a:ext uri="{FF2B5EF4-FFF2-40B4-BE49-F238E27FC236}">
                <a16:creationId xmlns:a16="http://schemas.microsoft.com/office/drawing/2014/main" id="{E8D579C7-F7C2-465E-BC3C-6DD6E57D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153150" y="118110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5" name="s2-fan-right-blade-2">
            <a:extLst xmlns:a="http://schemas.openxmlformats.org/drawingml/2006/main">
              <a:ext uri="{FF2B5EF4-FFF2-40B4-BE49-F238E27FC236}">
                <a16:creationId xmlns:a16="http://schemas.microsoft.com/office/drawing/2014/main" id="{5E589356-CE6D-441D-B3FE-D64722D0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020000">
            <a:off x="637962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6" name="s2-fan-right-blade-3">
            <a:extLst xmlns:a="http://schemas.openxmlformats.org/drawingml/2006/main">
              <a:ext uri="{FF2B5EF4-FFF2-40B4-BE49-F238E27FC236}">
                <a16:creationId xmlns:a16="http://schemas.microsoft.com/office/drawing/2014/main" id="{08745743-557C-4DCD-9575-C0DB6857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40000">
            <a:off x="6293116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7" name="s2-fan-right-blade-4">
            <a:extLst xmlns:a="http://schemas.openxmlformats.org/drawingml/2006/main">
              <a:ext uri="{FF2B5EF4-FFF2-40B4-BE49-F238E27FC236}">
                <a16:creationId xmlns:a16="http://schemas.microsoft.com/office/drawing/2014/main" id="{5D0D40C4-D6F0-4EED-9E8C-6488F493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60000">
            <a:off x="6013184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8" name="s2-fan-right-blade-5">
            <a:extLst xmlns:a="http://schemas.openxmlformats.org/drawingml/2006/main">
              <a:ext uri="{FF2B5EF4-FFF2-40B4-BE49-F238E27FC236}">
                <a16:creationId xmlns:a16="http://schemas.microsoft.com/office/drawing/2014/main" id="{93091DD9-3AEF-41DF-8CAE-EC666D06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980000">
            <a:off x="592668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9" name="s2-fan-right-hub">
            <a:extLst xmlns:a="http://schemas.openxmlformats.org/drawingml/2006/main">
              <a:ext uri="{FF2B5EF4-FFF2-40B4-BE49-F238E27FC236}">
                <a16:creationId xmlns:a16="http://schemas.microsoft.com/office/drawing/2014/main" id="{CFBBE0DA-C86B-4C25-88BB-798875B2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495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33"/>
            </a:solidFill>
            <a:prstDash val="solid"/>
          </a:ln>
        </p:spPr>
      </p:sp>
      <p:sp>
        <p:nvSpPr>
          <p:cNvPr id="40" name="s2-optical-platform">
            <a:extLst xmlns:a="http://schemas.openxmlformats.org/drawingml/2006/main">
              <a:ext uri="{FF2B5EF4-FFF2-40B4-BE49-F238E27FC236}">
                <a16:creationId xmlns:a16="http://schemas.microsoft.com/office/drawing/2014/main" id="{93B9EC52-1022-4364-AA23-968F4EA1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952500" cy="200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光学</a:t>
            </a:r>
            <a:endParaRPr sz="1950" b="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观测</a:t>
            </a:r>
            <a:endParaRPr sz="1950" b="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平台</a:t>
            </a:r>
            <a:endParaRPr sz="1950" b="0">
              <a:solidFill>
                <a:srgbClr val="111111"/>
              </a:solidFill>
            </a:endParaRPr>
          </a:p>
        </p:txBody>
      </p:sp>
      <p:sp>
        <p:nvSpPr>
          <p:cNvPr id="41" name="s2-contact-label">
            <a:extLst xmlns:a="http://schemas.openxmlformats.org/drawingml/2006/main">
              <a:ext uri="{FF2B5EF4-FFF2-40B4-BE49-F238E27FC236}">
                <a16:creationId xmlns:a16="http://schemas.microsoft.com/office/drawing/2014/main" id="{DEF27AAC-F233-40AF-ABE7-087B8C92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010025"/>
            <a:ext cx="866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接触面</a:t>
            </a:r>
            <a:endParaRPr sz="1575" b="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散热</a:t>
            </a:r>
            <a:endParaRPr sz="1575" b="0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605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a706aaa454f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A118807-E7E9-4021-B4D6-B418FA00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510" y="5229225"/>
            <a:ext cx="431800" cy="288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218E1AA-90D6-4F7E-8356-2DC71E96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436499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8B30C51-EFEF-4E33-8E6B-002E250F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465328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7B32230-C8C0-440D-8DD8-B4807900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494157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Q3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25" name="直接箭头连接符 7"/>
          <p:cNvCxnSpPr>
            <a:stCxn xmlns:a="http://schemas.openxmlformats.org/drawingml/2006/main" id="2" idx="3"/>
          </p:cNvCxnSpPr>
          <p:nvPr/>
        </p:nvCxnSpPr>
        <p:spPr>
          <a:xfrm xmlns:a="http://schemas.openxmlformats.org/drawingml/2006/main">
            <a:off x="1751965" y="4470400"/>
            <a:ext cx="2074545" cy="758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6" name="直接箭头连接符 8"/>
          <p:cNvCxnSpPr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51965" y="4725035"/>
            <a:ext cx="2074545" cy="64833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7" name="直接箭头连接符 9"/>
          <p:cNvCxnSpPr/>
          <p:nvPr/>
        </p:nvCxnSpPr>
        <p:spPr>
          <a:xfrm xmlns:a="http://schemas.openxmlformats.org/drawingml/2006/main">
            <a:off x="1751965" y="5048885"/>
            <a:ext cx="2074545" cy="4686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BFB398B-58A8-42C3-8E50-73A01B0A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" y="4076700"/>
            <a:ext cx="109664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 T2 T3 T4 T5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29" name="直接箭头连接符 15"/>
          <p:cNvCxnSpPr>
            <a:stCxn xmlns:a="http://schemas.openxmlformats.org/drawingml/2006/main" id="15" idx="3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751965" y="4182110"/>
            <a:ext cx="2290445" cy="10471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6ACBE78-8629-4A9A-972B-1F8CF972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3895" y="470979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D6EBA32-095D-4B1E-AE9A-9C18438F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905" y="450913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2" name="直接箭头连接符 11"/>
          <p:cNvCxnSpPr/>
          <p:nvPr/>
        </p:nvCxnSpPr>
        <p:spPr>
          <a:xfrm xmlns:a="http://schemas.openxmlformats.org/drawingml/2006/main" rot="0" flipH="1" flipV="0">
            <a:off x="6058535" y="4614545"/>
            <a:ext cx="1937385" cy="1104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EEA9D31-CA80-4598-AB03-155C2D68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905" y="481901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Q5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4" name="直接箭头连接符 13"/>
          <p:cNvCxnSpPr/>
          <p:nvPr/>
        </p:nvCxnSpPr>
        <p:spPr>
          <a:xfrm xmlns:a="http://schemas.openxmlformats.org/drawingml/2006/main" rot="0" flipH="1" flipV="0">
            <a:off x="6058535" y="4924425"/>
            <a:ext cx="1937385" cy="165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F334B18-4B8D-47D1-9984-F4B3E10C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6395" y="4204970"/>
            <a:ext cx="71310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 T7 T8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6" name="直接箭头连接符 17"/>
          <p:cNvCxnSpPr>
            <a:stCxn xmlns:a="http://schemas.openxmlformats.org/drawingml/2006/main" id="17" idx="1"/>
            <a:endCxn xmlns:a="http://schemas.openxmlformats.org/drawingml/2006/main" id="7" idx="0"/>
          </p:cNvCxnSpPr>
          <p:nvPr/>
        </p:nvCxnSpPr>
        <p:spPr>
          <a:xfrm xmlns:a="http://schemas.openxmlformats.org/drawingml/2006/main" rot="0" flipH="1" flipV="0">
            <a:off x="5911215" y="4310380"/>
            <a:ext cx="2075180" cy="3994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5555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74a61a19d4e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F88F0EB-5984-40B3-938A-55BC1986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6510" y="2853055"/>
            <a:ext cx="431800" cy="288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7C9232C-348F-40D7-B249-050BAF55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3895" y="233362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F09D988-1E16-4832-8B61-3A7A0F2D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3805" y="198882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CFB59DD-AA54-4DFE-9897-25FF473D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3805" y="227711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C217B6A-43A2-4B14-88EA-65CDE2F6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3805" y="256540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26" name="直接箭头连接符 7"/>
          <p:cNvCxnSpPr>
            <a:stCxn xmlns:a="http://schemas.openxmlformats.org/drawingml/2006/main" id="2" idx="3"/>
          </p:cNvCxnSpPr>
          <p:nvPr/>
        </p:nvCxnSpPr>
        <p:spPr>
          <a:xfrm xmlns:a="http://schemas.openxmlformats.org/drawingml/2006/main" rot="0" flipH="0" flipV="0">
            <a:off x="1751965" y="2094230"/>
            <a:ext cx="2074545" cy="758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7" name="直接箭头连接符 8"/>
          <p:cNvCxnSpPr>
            <a:endCxn xmlns:a="http://schemas.openxmlformats.org/drawingml/2006/main" id="6" idx="1"/>
          </p:cNvCxnSpPr>
          <p:nvPr/>
        </p:nvCxnSpPr>
        <p:spPr>
          <a:xfrm xmlns:a="http://schemas.openxmlformats.org/drawingml/2006/main" rot="0" flipH="0" flipV="0">
            <a:off x="1751965" y="2348865"/>
            <a:ext cx="2074545" cy="64833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8" name="直接箭头连接符 9"/>
          <p:cNvCxnSpPr/>
          <p:nvPr/>
        </p:nvCxnSpPr>
        <p:spPr>
          <a:xfrm xmlns:a="http://schemas.openxmlformats.org/drawingml/2006/main" rot="0" flipH="0" flipV="0">
            <a:off x="1751965" y="2672715"/>
            <a:ext cx="2074545" cy="4686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1357409-E54D-4DE1-82F0-B08C2947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905" y="213296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Q13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0" name="直接箭头连接符 11"/>
          <p:cNvCxnSpPr/>
          <p:nvPr/>
        </p:nvCxnSpPr>
        <p:spPr>
          <a:xfrm xmlns:a="http://schemas.openxmlformats.org/drawingml/2006/main" rot="0" flipH="1" flipV="0">
            <a:off x="6058535" y="2238375"/>
            <a:ext cx="1937385" cy="1104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5C062A4-7F09-4B01-82F4-A0D13237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905" y="244284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2" name="直接箭头连接符 13"/>
          <p:cNvCxnSpPr/>
          <p:nvPr/>
        </p:nvCxnSpPr>
        <p:spPr>
          <a:xfrm xmlns:a="http://schemas.openxmlformats.org/drawingml/2006/main" rot="0" flipH="1" flipV="0">
            <a:off x="6058535" y="2548255"/>
            <a:ext cx="1937385" cy="165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3A026AB-BBD7-4119-B975-43959600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550" y="1700530"/>
            <a:ext cx="154241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T31 T32 T33 T34 T35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4" name="直接箭头连接符 15"/>
          <p:cNvCxnSpPr>
            <a:stCxn xmlns:a="http://schemas.openxmlformats.org/drawingml/2006/main" id="15" idx="3"/>
            <a:endCxn xmlns:a="http://schemas.openxmlformats.org/drawingml/2006/main" id="6" idx="0"/>
          </p:cNvCxnSpPr>
          <p:nvPr/>
        </p:nvCxnSpPr>
        <p:spPr>
          <a:xfrm xmlns:a="http://schemas.openxmlformats.org/drawingml/2006/main" rot="0" flipH="0" flipV="0">
            <a:off x="1751965" y="1805940"/>
            <a:ext cx="2290445" cy="10471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DA5D260-20CE-43A0-9210-21F42FFD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6395" y="1828800"/>
            <a:ext cx="92837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T36 T37 T38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6" name="直接箭头连接符 17"/>
          <p:cNvCxnSpPr>
            <a:stCxn xmlns:a="http://schemas.openxmlformats.org/drawingml/2006/main" id="17" idx="1"/>
            <a:endCxn xmlns:a="http://schemas.openxmlformats.org/drawingml/2006/main" id="7" idx="0"/>
          </p:cNvCxnSpPr>
          <p:nvPr/>
        </p:nvCxnSpPr>
        <p:spPr>
          <a:xfrm xmlns:a="http://schemas.openxmlformats.org/drawingml/2006/main" rot="0" flipH="1" flipV="0">
            <a:off x="5911215" y="1934210"/>
            <a:ext cx="2075180" cy="3994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111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621b3c61543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E6A9069-02F9-46C7-A0A2-B770AB43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880" y="407924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8D0EEDF-491E-4635-8D58-3D04447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890" y="439674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25" name="直接箭头连接符 11"/>
          <p:cNvCxnSpPr>
            <a:stCxn xmlns:a="http://schemas.openxmlformats.org/drawingml/2006/main" id="11" idx="1"/>
          </p:cNvCxnSpPr>
          <p:nvPr/>
        </p:nvCxnSpPr>
        <p:spPr>
          <a:xfrm xmlns:a="http://schemas.openxmlformats.org/drawingml/2006/main" flipH="1" flipV="1">
            <a:off x="6065520" y="4094480"/>
            <a:ext cx="1944370" cy="4076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76198A2-B650-4F40-A098-C0BF1662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890" y="472503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Q7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27" name="直接箭头连接符 13"/>
          <p:cNvCxnSpPr>
            <a:stCxn xmlns:a="http://schemas.openxmlformats.org/drawingml/2006/main" id="13" idx="1"/>
          </p:cNvCxnSpPr>
          <p:nvPr/>
        </p:nvCxnSpPr>
        <p:spPr>
          <a:xfrm xmlns:a="http://schemas.openxmlformats.org/drawingml/2006/main" flipH="1" flipV="1">
            <a:off x="6065520" y="4237990"/>
            <a:ext cx="1944370" cy="5924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A954BC4-DFDE-4BBC-A927-4FD97A31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890" y="4077335"/>
            <a:ext cx="85979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T9 T10 T11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29" name="直接箭头连接符 17"/>
          <p:cNvCxnSpPr>
            <a:stCxn xmlns:a="http://schemas.openxmlformats.org/drawingml/2006/main" id="17" idx="1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 flipV="1">
            <a:off x="5918200" y="4079240"/>
            <a:ext cx="2091690" cy="1035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2162AED-6E89-4191-A7A6-2034EE27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3895" y="350012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8D494DD-31CC-4AF7-A4D4-7F8684A0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905" y="329946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2" name="直接箭头连接符 8"/>
          <p:cNvCxnSpPr/>
          <p:nvPr/>
        </p:nvCxnSpPr>
        <p:spPr>
          <a:xfrm xmlns:a="http://schemas.openxmlformats.org/drawingml/2006/main" rot="0" flipH="1" flipV="0">
            <a:off x="6058535" y="3404870"/>
            <a:ext cx="1937385" cy="1104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7CCD3C1-648E-469F-AD77-EFE58B26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905" y="360934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Q9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4" name="直接箭头连接符 14"/>
          <p:cNvCxnSpPr/>
          <p:nvPr/>
        </p:nvCxnSpPr>
        <p:spPr>
          <a:xfrm xmlns:a="http://schemas.openxmlformats.org/drawingml/2006/main" rot="0" flipH="1" flipV="0">
            <a:off x="6058535" y="3714750"/>
            <a:ext cx="1937385" cy="165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A3E3B61-2F1C-4B57-9EF2-E7A23A00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6395" y="2995295"/>
            <a:ext cx="88392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T12 T13 T14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6" name="直接箭头连接符 19"/>
          <p:cNvCxnSpPr>
            <a:stCxn xmlns:a="http://schemas.openxmlformats.org/drawingml/2006/main" id="16" idx="1"/>
            <a:endCxn xmlns:a="http://schemas.openxmlformats.org/drawingml/2006/main" id="6" idx="0"/>
          </p:cNvCxnSpPr>
          <p:nvPr/>
        </p:nvCxnSpPr>
        <p:spPr>
          <a:xfrm xmlns:a="http://schemas.openxmlformats.org/drawingml/2006/main" rot="0" flipH="1" flipV="0">
            <a:off x="5911215" y="3100705"/>
            <a:ext cx="2075180" cy="3994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1838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363972ec242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AE1EAAA-A580-4391-ABF7-4A8FA6EF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0245" y="171577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9C69AD6-5A99-412A-9150-80486797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9255" y="203327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Q15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25" name="直接箭头连接符 11"/>
          <p:cNvCxnSpPr>
            <a:stCxn xmlns:a="http://schemas.openxmlformats.org/drawingml/2006/main" id="11" idx="1"/>
          </p:cNvCxnSpPr>
          <p:nvPr/>
        </p:nvCxnSpPr>
        <p:spPr>
          <a:xfrm xmlns:a="http://schemas.openxmlformats.org/drawingml/2006/main" rot="0" flipH="1" flipV="1">
            <a:off x="6064885" y="1731010"/>
            <a:ext cx="1944370" cy="4076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5114700-102E-4B30-85EE-B37BE70E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9255" y="236156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27" name="直接箭头连接符 13"/>
          <p:cNvCxnSpPr>
            <a:stCxn xmlns:a="http://schemas.openxmlformats.org/drawingml/2006/main" id="13" idx="1"/>
          </p:cNvCxnSpPr>
          <p:nvPr/>
        </p:nvCxnSpPr>
        <p:spPr>
          <a:xfrm xmlns:a="http://schemas.openxmlformats.org/drawingml/2006/main" rot="0" flipH="1" flipV="1">
            <a:off x="6064885" y="1874520"/>
            <a:ext cx="1944370" cy="5924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62B7ECC-43EA-4AF0-A2EF-3734C4F6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9255" y="1713865"/>
            <a:ext cx="9499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T39 T40 T41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29" name="直接箭头连接符 17"/>
          <p:cNvCxnSpPr>
            <a:stCxn xmlns:a="http://schemas.openxmlformats.org/drawingml/2006/main" id="17" idx="1"/>
            <a:endCxn xmlns:a="http://schemas.openxmlformats.org/drawingml/2006/main" id="3" idx="0"/>
          </p:cNvCxnSpPr>
          <p:nvPr/>
        </p:nvCxnSpPr>
        <p:spPr>
          <a:xfrm xmlns:a="http://schemas.openxmlformats.org/drawingml/2006/main" rot="0" flipH="1" flipV="1">
            <a:off x="5917565" y="1715770"/>
            <a:ext cx="2091690" cy="1035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09CC3B3-CEED-47C7-9A85-3FE1669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3260" y="113665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A1C6492-7732-4919-87B5-8EEDCB72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270" y="93599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Q17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2" name="直接箭头连接符 8"/>
          <p:cNvCxnSpPr/>
          <p:nvPr/>
        </p:nvCxnSpPr>
        <p:spPr>
          <a:xfrm xmlns:a="http://schemas.openxmlformats.org/drawingml/2006/main" rot="0" flipH="1" flipV="0">
            <a:off x="6057900" y="1041400"/>
            <a:ext cx="1937385" cy="1104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557742C-1A3E-4E17-A2F1-EC72CBFA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270" y="124587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4" name="直接箭头连接符 14"/>
          <p:cNvCxnSpPr/>
          <p:nvPr/>
        </p:nvCxnSpPr>
        <p:spPr>
          <a:xfrm xmlns:a="http://schemas.openxmlformats.org/drawingml/2006/main" rot="0" flipH="1" flipV="0">
            <a:off x="6057900" y="1351280"/>
            <a:ext cx="1937385" cy="165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027B34E-1556-4D7E-B292-41FF4D34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5760" y="631825"/>
            <a:ext cx="88392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T42 T43 T44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6" name="直接箭头连接符 19"/>
          <p:cNvCxnSpPr>
            <a:stCxn xmlns:a="http://schemas.openxmlformats.org/drawingml/2006/main" id="16" idx="1"/>
            <a:endCxn xmlns:a="http://schemas.openxmlformats.org/drawingml/2006/main" id="6" idx="0"/>
          </p:cNvCxnSpPr>
          <p:nvPr/>
        </p:nvCxnSpPr>
        <p:spPr>
          <a:xfrm xmlns:a="http://schemas.openxmlformats.org/drawingml/2006/main" rot="0" flipH="1" flipV="0">
            <a:off x="5910580" y="737235"/>
            <a:ext cx="2075180" cy="3994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3064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01109ee8e48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B2CAB9E-CC42-4F2F-BC8B-5E4618A6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530098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3B980A-DC5D-4017-A909-B414CAE3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EA284F8-5DCC-4B5C-A566-19D7C79C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395" y="392874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827F217-8DFC-44EA-8D9C-E8899C8F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635" y="470154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5383E99-856A-4594-BD16-CB3846D7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125" y="411099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6F4A9D0-570D-4487-BB76-6195DA20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90" y="515747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T15 T16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1" name="直接箭头连接符 17"/>
          <p:cNvCxnSpPr>
            <a:stCxn xmlns:a="http://schemas.openxmlformats.org/drawingml/2006/main" id="17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1751965" y="5262880"/>
            <a:ext cx="1216660" cy="1543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A3B2197-C627-4D78-854C-217A4EAC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90" y="440372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T17 T18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3" name="直接箭头连接符 13"/>
          <p:cNvCxnSpPr>
            <a:stCxn xmlns:a="http://schemas.openxmlformats.org/drawingml/2006/main" id="1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751965" y="4509135"/>
            <a:ext cx="1562735" cy="1981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AC9327B-E464-4C5F-BAC0-CEE3D721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20" y="375539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T19 T20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5" name="直接箭头连接符 15"/>
          <p:cNvCxnSpPr>
            <a:stCxn xmlns:a="http://schemas.openxmlformats.org/drawingml/2006/main" id="1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37995" y="3860800"/>
            <a:ext cx="914400" cy="184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713FE55-B1A6-4452-BFD4-83B1ABF3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760" y="458152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T21 T22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7" name="直接箭头连接符 19"/>
          <p:cNvCxnSpPr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6518275" y="4701540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EBCABDB-36AD-45F6-9DC9-33E07DFA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760" y="397319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T23 T24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9" name="直接箭头连接符 21"/>
          <p:cNvCxnSpPr/>
          <p:nvPr/>
        </p:nvCxnSpPr>
        <p:spPr>
          <a:xfrm xmlns:a="http://schemas.openxmlformats.org/drawingml/2006/main" flipH="1">
            <a:off x="6490335" y="4110990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5969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98782504344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3D8A98A-999D-43CF-842A-BCDB39C8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2595" y="288607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E18DD9F-C16B-4C88-878B-DB92DC80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28670" y="217614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7049C93-D035-488D-8FEB-28A9D987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6365" y="151384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3D3EF11-8DE7-436D-94C9-DE09117A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7605" y="228663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029F6B7-F60F-495D-AE04-69376701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1095" y="169608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FA7F727-EDCE-46E3-B833-5760FA40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7760" y="274256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T35 T36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1" name="直接箭头连接符 17"/>
          <p:cNvCxnSpPr>
            <a:stCxn xmlns:a="http://schemas.openxmlformats.org/drawingml/2006/main" id="17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rot="0" flipH="0" flipV="0">
            <a:off x="1765935" y="2847975"/>
            <a:ext cx="1216660" cy="1543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ED053D2-712F-418C-BF3A-0D0BDE19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7760" y="198882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T37 T38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3" name="直接箭头连接符 13"/>
          <p:cNvCxnSpPr>
            <a:stCxn xmlns:a="http://schemas.openxmlformats.org/drawingml/2006/main" id="1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rot="0" flipH="0" flipV="0">
            <a:off x="1765935" y="2094230"/>
            <a:ext cx="1562735" cy="1981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0654126-A400-447C-9660-7D3AD2C7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3790" y="134048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T39 T40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5" name="直接箭头连接符 15"/>
          <p:cNvCxnSpPr>
            <a:stCxn xmlns:a="http://schemas.openxmlformats.org/drawingml/2006/main" id="1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rot="0" flipH="0" flipV="0">
            <a:off x="1751965" y="1445895"/>
            <a:ext cx="914400" cy="184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2F80F0F-4C1E-4CD5-98FE-F9588906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2730" y="216662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T41 T42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7" name="直接箭头连接符 19"/>
          <p:cNvCxnSpPr>
            <a:endCxn xmlns:a="http://schemas.openxmlformats.org/drawingml/2006/main" id="8" idx="3"/>
          </p:cNvCxnSpPr>
          <p:nvPr/>
        </p:nvCxnSpPr>
        <p:spPr>
          <a:xfrm xmlns:a="http://schemas.openxmlformats.org/drawingml/2006/main" rot="0" flipH="1" flipV="0">
            <a:off x="6532245" y="2286635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BCC5132-346E-42CF-8084-8818D2D4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2730" y="155829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T43 T44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9" name="直接箭头连接符 21"/>
          <p:cNvCxnSpPr/>
          <p:nvPr/>
        </p:nvCxnSpPr>
        <p:spPr>
          <a:xfrm xmlns:a="http://schemas.openxmlformats.org/drawingml/2006/main" rot="0" flipH="1" flipV="0">
            <a:off x="6504305" y="1696085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5202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a3c43346247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3C2C841-68BE-4DC9-8E5F-8172B05E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265" y="378904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1758CAE-D148-42D0-BB85-F1AA7BDE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545" y="530098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AEE1A4D-21EE-42DE-A06A-C84C496A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20" y="342900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T29 T30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28" name="直接箭头连接符 15"/>
          <p:cNvCxnSpPr>
            <a:stCxn xmlns:a="http://schemas.openxmlformats.org/drawingml/2006/main" id="1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37995" y="3534410"/>
            <a:ext cx="2160270" cy="37084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D68B30C-DFB8-43AD-88FC-D54BA8BB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760" y="458152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T27 T28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0" name="直接箭头连接符 19"/>
          <p:cNvCxnSpPr>
            <a:stCxn xmlns:a="http://schemas.openxmlformats.org/drawingml/2006/main" id="1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4909185" y="4686935"/>
            <a:ext cx="2949575" cy="73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AB04427-524B-466C-AF83-79A7D01D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5065" y="350139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D970916-350D-40AD-A9CC-9AC68A13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6700" y="336359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T25 T26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3" name="直接箭头连接符 21"/>
          <p:cNvCxnSpPr/>
          <p:nvPr/>
        </p:nvCxnSpPr>
        <p:spPr>
          <a:xfrm xmlns:a="http://schemas.openxmlformats.org/drawingml/2006/main" rot="0" flipH="1" flipV="0">
            <a:off x="6518275" y="3501390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9273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06fc2aca14d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190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EA548FE-05FB-4727-B6F7-7A21B9AA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075" y="407733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3409439-6C6D-4F90-8C7C-2E9BB544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378904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6" name="直接箭头连接符 15"/>
          <p:cNvCxnSpPr>
            <a:stCxn xmlns:a="http://schemas.openxmlformats.org/drawingml/2006/main" id="1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871980" y="3894455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9530C4B-1EC3-4D57-9713-B2D63A74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075" y="375602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1AFA240-46F1-4CE2-BD10-990A955D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346773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9" name="直接箭头连接符 9"/>
          <p:cNvCxnSpPr>
            <a:stCxn xmlns:a="http://schemas.openxmlformats.org/drawingml/2006/main" id="7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871980" y="3573145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5EF98C-771C-49A2-BC6E-9C305AF7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85" y="173990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7C99604-BCC3-4E18-9EFE-2C88C77E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" y="145161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T63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2" name="直接箭头连接符 12"/>
          <p:cNvCxnSpPr>
            <a:stCxn xmlns:a="http://schemas.openxmlformats.org/drawingml/2006/main" id="12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901190" y="1557020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220EF16-D12B-4F84-B680-FA2BA1FF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85" y="144081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B7C0EE9-9EE4-4474-95F0-13CA20D2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" y="115252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5" name="直接箭头连接符 17"/>
          <p:cNvCxnSpPr>
            <a:stCxn xmlns:a="http://schemas.openxmlformats.org/drawingml/2006/main" id="17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901190" y="1257935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22194B5-72BE-4A63-BED7-7F9E444B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274764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F7F2C18-E39E-482F-A4C2-CDF5C5C6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177292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T65 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8" name="直接箭头连接符 25"/>
          <p:cNvCxnSpPr>
            <a:stCxn xmlns:a="http://schemas.openxmlformats.org/drawingml/2006/main" id="25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5499100" y="1878330"/>
            <a:ext cx="1927225" cy="9855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9652B65-88EC-4884-B8DA-89AEEFAA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8650" y="276987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F889292-9940-49FE-8BE6-07493B52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226060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1" name="直接箭头连接符 28"/>
          <p:cNvCxnSpPr>
            <a:stCxn xmlns:a="http://schemas.openxmlformats.org/drawingml/2006/main" id="28" idx="1"/>
          </p:cNvCxnSpPr>
          <p:nvPr/>
        </p:nvCxnSpPr>
        <p:spPr>
          <a:xfrm xmlns:a="http://schemas.openxmlformats.org/drawingml/2006/main" flipH="1">
            <a:off x="5986145" y="2366010"/>
            <a:ext cx="1440180" cy="4870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B0B926A-1842-4C21-811B-A7D6DE2E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514032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9EDED99-7C05-41A8-9604-0B56EB57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416560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T67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4" name="直接箭头连接符 31"/>
          <p:cNvCxnSpPr>
            <a:stCxn xmlns:a="http://schemas.openxmlformats.org/drawingml/2006/main" id="31" idx="1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5499100" y="4271010"/>
            <a:ext cx="1927225" cy="9855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55D9E11-233E-45DA-837D-19604236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8650" y="516255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EE8838A4-BCE1-4B01-9478-326C6662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465328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7" name="直接箭头连接符 34"/>
          <p:cNvCxnSpPr>
            <a:stCxn xmlns:a="http://schemas.openxmlformats.org/drawingml/2006/main" id="34" idx="1"/>
          </p:cNvCxnSpPr>
          <p:nvPr/>
        </p:nvCxnSpPr>
        <p:spPr>
          <a:xfrm xmlns:a="http://schemas.openxmlformats.org/drawingml/2006/main" flipH="1">
            <a:off x="5986145" y="4758690"/>
            <a:ext cx="1440180" cy="4870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CFC77FD-642E-4EF5-BDDE-45B8E781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85" y="275907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E73257A-EEBF-4E9C-9BF7-72A64A2B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" y="247078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T69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70" name="直接箭头连接符 37"/>
          <p:cNvCxnSpPr>
            <a:stCxn xmlns:a="http://schemas.openxmlformats.org/drawingml/2006/main" id="37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901190" y="2576195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071D6DCB-1FCF-4102-9BF9-1B7DA2AB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065" y="141287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BC93E66B-0B26-4503-A01D-3D883602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" y="67056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T70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73" name="直接箭头连接符 40"/>
          <p:cNvCxnSpPr>
            <a:stCxn xmlns:a="http://schemas.openxmlformats.org/drawingml/2006/main" id="40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1901190" y="775970"/>
            <a:ext cx="2428875" cy="7531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1976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4306659a646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AC897AA-7B4A-41EB-B047-BA18055E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66465" y="472821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D0A5A18-A000-4B2D-A90D-E261B65E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7430" y="431927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T72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27" name="直接箭头连接符 15"/>
          <p:cNvCxnSpPr>
            <a:stCxn xmlns:a="http://schemas.openxmlformats.org/drawingml/2006/main" id="15" idx="3"/>
          </p:cNvCxnSpPr>
          <p:nvPr/>
        </p:nvCxnSpPr>
        <p:spPr>
          <a:xfrm xmlns:a="http://schemas.openxmlformats.org/drawingml/2006/main" rot="0" flipH="0" flipV="0">
            <a:off x="1665605" y="4424680"/>
            <a:ext cx="1800860" cy="41973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A3BD0D8-BB11-4582-84E4-A4EEED8D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580" y="407733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B7EDFB3-3BCF-4FB7-87C8-607C6F16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4615" y="350139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T71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0" name="直接箭头连接符 21"/>
          <p:cNvCxnSpPr>
            <a:st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6701790" y="3606800"/>
            <a:ext cx="1012825" cy="58674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9194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35f87e7a241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5655" y="0"/>
            <a:ext cx="539369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7058819-9F83-4634-9069-AAC0186B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940" y="548640"/>
            <a:ext cx="494601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直接连接符 6">
            <a:extLst xmlns:a="http://schemas.openxmlformats.org/drawingml/2006/main">
              <a:ext uri="{FF2B5EF4-FFF2-40B4-BE49-F238E27FC236}">
                <a16:creationId xmlns:a16="http://schemas.microsoft.com/office/drawing/2014/main" id="{5C762441-E6CD-4F3C-83FC-C8633703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66280" y="188595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7BEA31E-FD73-4570-B82E-4AB6DB39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670" y="11684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右侧板边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337837B-85FA-4CAC-8942-C7FB691A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62103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后盖板边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972B6C5A-6422-48D1-B9F1-20E3CF64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53760" y="187960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47" name="直接箭头连接符 11"/>
          <p:cNvCxnSpPr/>
          <p:nvPr/>
        </p:nvCxnSpPr>
        <p:spPr>
          <a:xfrm xmlns:a="http://schemas.openxmlformats.org/drawingml/2006/main">
            <a:off x="5975985" y="571309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12DFC3B8-62C2-437B-9221-85600288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420995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107.3mm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2C82BDE5-BF30-4949-A16D-5FA53A20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74385" y="189230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直接连接符 17">
            <a:extLst xmlns:a="http://schemas.openxmlformats.org/drawingml/2006/main">
              <a:ext uri="{FF2B5EF4-FFF2-40B4-BE49-F238E27FC236}">
                <a16:creationId xmlns:a16="http://schemas.microsoft.com/office/drawing/2014/main" id="{7641992C-AC93-4041-9695-79C78E5F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33135" y="189230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51" name="直接箭头连接符 23"/>
          <p:cNvCxnSpPr/>
          <p:nvPr/>
        </p:nvCxnSpPr>
        <p:spPr>
          <a:xfrm xmlns:a="http://schemas.openxmlformats.org/drawingml/2006/main">
            <a:off x="6063615" y="6093460"/>
            <a:ext cx="98933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2" name="直接箭头连接符 24"/>
          <p:cNvCxnSpPr/>
          <p:nvPr/>
        </p:nvCxnSpPr>
        <p:spPr>
          <a:xfrm xmlns:a="http://schemas.openxmlformats.org/drawingml/2006/main">
            <a:off x="5890895" y="6381115"/>
            <a:ext cx="1148715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C74E8FFA-EC2B-4FB9-9244-FF333B0A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385" y="580517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99.3mm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9FDB8820-6553-4A80-BA6B-33941F04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245" y="609346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115.3mm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C865EC80-C5FE-4846-8318-4A00884B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4725035"/>
            <a:ext cx="155067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soli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直接连接符 28">
            <a:extLst xmlns:a="http://schemas.openxmlformats.org/drawingml/2006/main">
              <a:ext uri="{FF2B5EF4-FFF2-40B4-BE49-F238E27FC236}">
                <a16:creationId xmlns:a16="http://schemas.microsoft.com/office/drawing/2014/main" id="{82D5A86C-35D4-44C3-BC2C-1E6F71CD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4110990"/>
            <a:ext cx="155067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soli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9276481A-5765-46D8-A218-6373E0D5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3500755"/>
            <a:ext cx="155067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soli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E404DBA7-BE8D-4920-A996-6B24A650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430" y="3284855"/>
            <a:ext cx="1318895" cy="27559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距后</a:t>
            </a:r>
            <a:r>
              <a:rPr sz="1200" b="1">
                <a:solidFill>
                  <a:srgbClr val="FF0000"/>
                </a:solidFill>
              </a:rPr>
              <a:t>288.7</a:t>
            </a:r>
            <a:r>
              <a:rPr sz="1200" b="1">
                <a:solidFill>
                  <a:srgbClr val="FF0000"/>
                </a:solidFill>
              </a:rPr>
              <a:t>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DE3ED9EA-6C0D-42F0-81F5-8168EDB1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430" y="3896995"/>
            <a:ext cx="1318895" cy="27559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距后</a:t>
            </a:r>
            <a:r>
              <a:rPr sz="1200" b="1">
                <a:solidFill>
                  <a:srgbClr val="FF0000"/>
                </a:solidFill>
              </a:rPr>
              <a:t>348.7</a:t>
            </a:r>
            <a:r>
              <a:rPr sz="1200" b="1">
                <a:solidFill>
                  <a:srgbClr val="FF0000"/>
                </a:solidFill>
              </a:rPr>
              <a:t>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CEC8E7C0-0371-46E4-A564-AFE87653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430" y="4509135"/>
            <a:ext cx="1318895" cy="27559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距后</a:t>
            </a:r>
            <a:r>
              <a:rPr sz="1200" b="1">
                <a:solidFill>
                  <a:srgbClr val="FF0000"/>
                </a:solidFill>
              </a:rPr>
              <a:t>408.7</a:t>
            </a:r>
            <a:r>
              <a:rPr sz="1200" b="1">
                <a:solidFill>
                  <a:srgbClr val="FF0000"/>
                </a:solidFill>
              </a:rPr>
              <a:t>mm</a:t>
            </a:r>
            <a:endParaRPr sz="1200" b="1">
              <a:solidFill>
                <a:srgbClr val="FF0000"/>
              </a:solidFill>
            </a:endParaRPr>
          </a:p>
        </p:txBody>
      </p:sp>
      <p:cxnSp>
        <p:nvCxnSpPr>
          <p:cNvPr id="61" name="直接箭头连接符 36"/>
          <p:cNvCxnSpPr/>
          <p:nvPr/>
        </p:nvCxnSpPr>
        <p:spPr>
          <a:xfrm xmlns:a="http://schemas.openxmlformats.org/drawingml/2006/main" flipH="1">
            <a:off x="6851015" y="3418205"/>
            <a:ext cx="653415" cy="831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2" name="直接箭头连接符 37"/>
          <p:cNvCxnSpPr/>
          <p:nvPr/>
        </p:nvCxnSpPr>
        <p:spPr>
          <a:xfrm xmlns:a="http://schemas.openxmlformats.org/drawingml/2006/main" flipH="1">
            <a:off x="6851015" y="4027805"/>
            <a:ext cx="653415" cy="831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3" name="直接箭头连接符 38"/>
          <p:cNvCxnSpPr/>
          <p:nvPr/>
        </p:nvCxnSpPr>
        <p:spPr>
          <a:xfrm xmlns:a="http://schemas.openxmlformats.org/drawingml/2006/main" flipH="1">
            <a:off x="6851015" y="4653280"/>
            <a:ext cx="653415" cy="831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7520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df4a157ea4a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5655" y="0"/>
            <a:ext cx="539369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2AA3C4C3-3B68-4C8B-95EA-F3E55CAB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075" y="548640"/>
            <a:ext cx="657098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直接连接符 6">
            <a:extLst xmlns:a="http://schemas.openxmlformats.org/drawingml/2006/main">
              <a:ext uri="{FF2B5EF4-FFF2-40B4-BE49-F238E27FC236}">
                <a16:creationId xmlns:a16="http://schemas.microsoft.com/office/drawing/2014/main" id="{85E478E0-93FC-4091-9436-C7A01996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66280" y="188595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5367CBD-F371-4D9A-8935-90365629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670" y="11684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右侧板边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0A6368F-28CA-4745-951F-0D63D344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62103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后盖板边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F2672DA9-A252-4F1E-B1D1-9E13FBF9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53760" y="187960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22" name="直接箭头连接符 11"/>
          <p:cNvCxnSpPr/>
          <p:nvPr/>
        </p:nvCxnSpPr>
        <p:spPr>
          <a:xfrm xmlns:a="http://schemas.openxmlformats.org/drawingml/2006/main">
            <a:off x="5975985" y="571309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D27832B-9A05-4F7E-91C3-21E2BCA0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970" y="5445125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107.3mm</a:t>
            </a:r>
            <a:endParaRPr sz="1200" b="1">
              <a:solidFill>
                <a:srgbClr val="FF0000"/>
              </a:solidFill>
            </a:endParaRPr>
          </a:p>
        </p:txBody>
      </p:sp>
      <p:pic>
        <p:nvPicPr>
          <p:cNvPr id="24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edf4b957b4d43">
            <a:alphaModFix amt="77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54530" y="-9525"/>
            <a:ext cx="9153525" cy="75164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011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999dae8134d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235710"/>
            <a:ext cx="9525000" cy="4386580"/>
          </a:xfrm>
          <a:prstGeom xmlns:a="http://schemas.openxmlformats.org/drawingml/2006/main" prst="rect">
            <a:avLst/>
          </a:prstGeom>
        </p:spPr>
      </p:pic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FA42B694-8872-4D58-A86A-257781F4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780" y="1772920"/>
            <a:ext cx="690054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9D16C968-F6D0-44AD-A229-1D70921B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17290"/>
            <a:ext cx="695261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B1BA65F7-6A9F-4666-A262-77CF9D41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960" y="1412875"/>
            <a:ext cx="1720215" cy="275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Tx/>
              <a:buNone/>
            </a:pPr>
            <a:r>
              <a:rPr sz="1200" b="1">
                <a:solidFill>
                  <a:srgbClr val="FF0000"/>
                </a:solidFill>
              </a:rPr>
              <a:t>SPU 背部顶板外侧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9A13FDB-9D3A-4B23-89EC-15F0AF7A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815" y="1857375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145mm</a:t>
            </a:r>
            <a:endParaRPr sz="1200" b="1">
              <a:solidFill>
                <a:srgbClr val="FF0000"/>
              </a:solidFill>
            </a:endParaRPr>
          </a:p>
        </p:txBody>
      </p:sp>
      <p:cxnSp>
        <p:nvCxnSpPr>
          <p:cNvPr id="20" name="直接箭头连接符 11"/>
          <p:cNvCxnSpPr/>
          <p:nvPr/>
        </p:nvCxnSpPr>
        <p:spPr>
          <a:xfrm xmlns:a="http://schemas.openxmlformats.org/drawingml/2006/main">
            <a:off x="7715250" y="1844675"/>
            <a:ext cx="0" cy="1800225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4778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top-left-bus">
            <a:extLst xmlns:a="http://schemas.openxmlformats.org/drawingml/2006/main">
              <a:ext uri="{FF2B5EF4-FFF2-40B4-BE49-F238E27FC236}">
                <a16:creationId xmlns:a16="http://schemas.microsoft.com/office/drawing/2014/main" id="{9349667B-A9BC-4A33-A2D5-D7EE891F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429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" name="top-pool-bus">
            <a:extLst xmlns:a="http://schemas.openxmlformats.org/drawingml/2006/main">
              <a:ext uri="{FF2B5EF4-FFF2-40B4-BE49-F238E27FC236}">
                <a16:creationId xmlns:a16="http://schemas.microsoft.com/office/drawing/2014/main" id="{1604847A-C7AB-4E68-8CE0-97180109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74295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" name="top-measure-bus">
            <a:extLst xmlns:a="http://schemas.openxmlformats.org/drawingml/2006/main">
              <a:ext uri="{FF2B5EF4-FFF2-40B4-BE49-F238E27FC236}">
                <a16:creationId xmlns:a16="http://schemas.microsoft.com/office/drawing/2014/main" id="{ADB58537-28B8-4C52-8BE8-EF241DF2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74295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" name="group-left-down">
            <a:extLst xmlns:a="http://schemas.openxmlformats.org/drawingml/2006/main">
              <a:ext uri="{FF2B5EF4-FFF2-40B4-BE49-F238E27FC236}">
                <a16:creationId xmlns:a16="http://schemas.microsoft.com/office/drawing/2014/main" id="{95739C64-56FD-4412-87C3-1064D0A2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24075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group-pool-down">
            <a:extLst xmlns:a="http://schemas.openxmlformats.org/drawingml/2006/main">
              <a:ext uri="{FF2B5EF4-FFF2-40B4-BE49-F238E27FC236}">
                <a16:creationId xmlns:a16="http://schemas.microsoft.com/office/drawing/2014/main" id="{29D06A8F-763E-46AC-9711-319AF8E9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24075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measure-down">
            <a:extLst xmlns:a="http://schemas.openxmlformats.org/drawingml/2006/main">
              <a:ext uri="{FF2B5EF4-FFF2-40B4-BE49-F238E27FC236}">
                <a16:creationId xmlns:a16="http://schemas.microsoft.com/office/drawing/2014/main" id="{36BC9D64-822D-43B1-9FA9-B962EEE0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12407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" name="large-flow-bottom">
            <a:extLst xmlns:a="http://schemas.openxmlformats.org/drawingml/2006/main">
              <a:ext uri="{FF2B5EF4-FFF2-40B4-BE49-F238E27FC236}">
                <a16:creationId xmlns:a16="http://schemas.microsoft.com/office/drawing/2014/main" id="{12B45ABF-B16C-412E-9E07-1E493CA0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" name="cooling-bottom">
            <a:extLst xmlns:a="http://schemas.openxmlformats.org/drawingml/2006/main">
              <a:ext uri="{FF2B5EF4-FFF2-40B4-BE49-F238E27FC236}">
                <a16:creationId xmlns:a16="http://schemas.microsoft.com/office/drawing/2014/main" id="{87C7F37F-3A0D-4DC8-B6B9-D6266921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767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9" name="small-flow-bottom">
            <a:extLst xmlns:a="http://schemas.openxmlformats.org/drawingml/2006/main">
              <a:ext uri="{FF2B5EF4-FFF2-40B4-BE49-F238E27FC236}">
                <a16:creationId xmlns:a16="http://schemas.microsoft.com/office/drawing/2014/main" id="{63CB994A-B87D-45D8-B889-DE55639D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767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0" name="micro-ccd-bottom">
            <a:extLst xmlns:a="http://schemas.openxmlformats.org/drawingml/2006/main">
              <a:ext uri="{FF2B5EF4-FFF2-40B4-BE49-F238E27FC236}">
                <a16:creationId xmlns:a16="http://schemas.microsoft.com/office/drawing/2014/main" id="{8B8B237D-DE6D-47CB-A064-95E01BF6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1" name="fast-ccd-bottom">
            <a:extLst xmlns:a="http://schemas.openxmlformats.org/drawingml/2006/main">
              <a:ext uri="{FF2B5EF4-FFF2-40B4-BE49-F238E27FC236}">
                <a16:creationId xmlns:a16="http://schemas.microsoft.com/office/drawing/2014/main" id="{1708E623-FC4B-4063-9D60-8DC5C860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81625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2" name="main-bottom">
            <a:extLst xmlns:a="http://schemas.openxmlformats.org/drawingml/2006/main">
              <a:ext uri="{FF2B5EF4-FFF2-40B4-BE49-F238E27FC236}">
                <a16:creationId xmlns:a16="http://schemas.microsoft.com/office/drawing/2014/main" id="{1D79A8BF-51C7-43AA-A3E8-E286D67D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81625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3" name="fan-bottom">
            <a:extLst xmlns:a="http://schemas.openxmlformats.org/drawingml/2006/main">
              <a:ext uri="{FF2B5EF4-FFF2-40B4-BE49-F238E27FC236}">
                <a16:creationId xmlns:a16="http://schemas.microsoft.com/office/drawing/2014/main" id="{5E4895C2-9F29-49BC-8CA5-0147F0B8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4767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4" name="large-flow-up">
            <a:extLst xmlns:a="http://schemas.openxmlformats.org/drawingml/2006/main">
              <a:ext uri="{FF2B5EF4-FFF2-40B4-BE49-F238E27FC236}">
                <a16:creationId xmlns:a16="http://schemas.microsoft.com/office/drawing/2014/main" id="{2BA3ED11-B33D-4F3A-8DE0-ED0523B0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5" name="large-flow-arrow">
            <a:extLst xmlns:a="http://schemas.openxmlformats.org/drawingml/2006/main">
              <a:ext uri="{FF2B5EF4-FFF2-40B4-BE49-F238E27FC236}">
                <a16:creationId xmlns:a16="http://schemas.microsoft.com/office/drawing/2014/main" id="{B6D3EAB1-7095-44C0-8FD2-207A7290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20955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cooling-up">
            <a:extLst xmlns:a="http://schemas.openxmlformats.org/drawingml/2006/main">
              <a:ext uri="{FF2B5EF4-FFF2-40B4-BE49-F238E27FC236}">
                <a16:creationId xmlns:a16="http://schemas.microsoft.com/office/drawing/2014/main" id="{5F627FB2-27B8-47AA-A7BB-A447AA40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194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" name="cooling-arrow">
            <a:extLst xmlns:a="http://schemas.openxmlformats.org/drawingml/2006/main">
              <a:ext uri="{FF2B5EF4-FFF2-40B4-BE49-F238E27FC236}">
                <a16:creationId xmlns:a16="http://schemas.microsoft.com/office/drawing/2014/main" id="{C43CFFD7-FDC8-445A-9C69-6B72822D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33750"/>
            <a:ext cx="20955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8" name="small-flow-up">
            <a:extLst xmlns:a="http://schemas.openxmlformats.org/drawingml/2006/main">
              <a:ext uri="{FF2B5EF4-FFF2-40B4-BE49-F238E27FC236}">
                <a16:creationId xmlns:a16="http://schemas.microsoft.com/office/drawing/2014/main" id="{6E4538F5-5086-4BFA-B4F8-D0C21959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194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9" name="small-flow-arrow">
            <a:extLst xmlns:a="http://schemas.openxmlformats.org/drawingml/2006/main">
              <a:ext uri="{FF2B5EF4-FFF2-40B4-BE49-F238E27FC236}">
                <a16:creationId xmlns:a16="http://schemas.microsoft.com/office/drawing/2014/main" id="{7789B8B3-75DB-44F8-A45E-51D19F2D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333750"/>
            <a:ext cx="20955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0" name="fan-up">
            <a:extLst xmlns:a="http://schemas.openxmlformats.org/drawingml/2006/main">
              <a:ext uri="{FF2B5EF4-FFF2-40B4-BE49-F238E27FC236}">
                <a16:creationId xmlns:a16="http://schemas.microsoft.com/office/drawing/2014/main" id="{493F5CCE-C2CE-4333-A89F-B5DECBC2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4194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1" name="fan-arrow">
            <a:extLst xmlns:a="http://schemas.openxmlformats.org/drawingml/2006/main">
              <a:ext uri="{FF2B5EF4-FFF2-40B4-BE49-F238E27FC236}">
                <a16:creationId xmlns:a16="http://schemas.microsoft.com/office/drawing/2014/main" id="{91DF3464-6687-4614-B108-5064FB9B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0955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2" name="pool-hv-link">
            <a:extLst xmlns:a="http://schemas.openxmlformats.org/drawingml/2006/main">
              <a:ext uri="{FF2B5EF4-FFF2-40B4-BE49-F238E27FC236}">
                <a16:creationId xmlns:a16="http://schemas.microsoft.com/office/drawing/2014/main" id="{E8E517EE-69D8-4EBC-A5A8-EB97D40D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52600"/>
            <a:ext cx="504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3" name="pool-hv-left">
            <a:extLst xmlns:a="http://schemas.openxmlformats.org/drawingml/2006/main">
              <a:ext uri="{FF2B5EF4-FFF2-40B4-BE49-F238E27FC236}">
                <a16:creationId xmlns:a16="http://schemas.microsoft.com/office/drawing/2014/main" id="{05A5B823-A292-4FC8-9186-4C0F5917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47825"/>
            <a:ext cx="2286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4" name="pool-hv-right">
            <a:extLst xmlns:a="http://schemas.openxmlformats.org/drawingml/2006/main">
              <a:ext uri="{FF2B5EF4-FFF2-40B4-BE49-F238E27FC236}">
                <a16:creationId xmlns:a16="http://schemas.microsoft.com/office/drawing/2014/main" id="{6B345B2B-9621-4765-B574-4CF5B09E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47825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5" name="hv-secondary-link">
            <a:extLst xmlns:a="http://schemas.openxmlformats.org/drawingml/2006/main">
              <a:ext uri="{FF2B5EF4-FFF2-40B4-BE49-F238E27FC236}">
                <a16:creationId xmlns:a16="http://schemas.microsoft.com/office/drawing/2014/main" id="{5586EDB5-B3EB-45BF-B9C1-3B7517E2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5260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6" name="hv-secondary-left">
            <a:extLst xmlns:a="http://schemas.openxmlformats.org/drawingml/2006/main">
              <a:ext uri="{FF2B5EF4-FFF2-40B4-BE49-F238E27FC236}">
                <a16:creationId xmlns:a16="http://schemas.microsoft.com/office/drawing/2014/main" id="{D66F044A-58BE-40D7-842F-AD9A3233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647825"/>
            <a:ext cx="2286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7" name="hv-secondary-right">
            <a:extLst xmlns:a="http://schemas.openxmlformats.org/drawingml/2006/main">
              <a:ext uri="{FF2B5EF4-FFF2-40B4-BE49-F238E27FC236}">
                <a16:creationId xmlns:a16="http://schemas.microsoft.com/office/drawing/2014/main" id="{FE747C99-4B4C-4E7D-A0D9-13914BF0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47825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8" name="secondary-sensor-stem">
            <a:extLst xmlns:a="http://schemas.openxmlformats.org/drawingml/2006/main">
              <a:ext uri="{FF2B5EF4-FFF2-40B4-BE49-F238E27FC236}">
                <a16:creationId xmlns:a16="http://schemas.microsoft.com/office/drawing/2014/main" id="{5A29CE62-01D0-4213-82C6-AA8D2AF3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670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9" name="sensor-valve-branch">
            <a:extLst xmlns:a="http://schemas.openxmlformats.org/drawingml/2006/main">
              <a:ext uri="{FF2B5EF4-FFF2-40B4-BE49-F238E27FC236}">
                <a16:creationId xmlns:a16="http://schemas.microsoft.com/office/drawing/2014/main" id="{49627103-6D71-4B15-85AC-17E3705C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0" name="sensor-down">
            <a:extLst xmlns:a="http://schemas.openxmlformats.org/drawingml/2006/main">
              <a:ext uri="{FF2B5EF4-FFF2-40B4-BE49-F238E27FC236}">
                <a16:creationId xmlns:a16="http://schemas.microsoft.com/office/drawing/2014/main" id="{7C8B5C69-09C0-4E11-B095-6452438F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38500"/>
            <a:ext cx="2095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1" name="valve-down">
            <a:extLst xmlns:a="http://schemas.openxmlformats.org/drawingml/2006/main">
              <a:ext uri="{FF2B5EF4-FFF2-40B4-BE49-F238E27FC236}">
                <a16:creationId xmlns:a16="http://schemas.microsoft.com/office/drawing/2014/main" id="{56126476-110C-47F2-AC6A-77BEB8F0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38500"/>
            <a:ext cx="2095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2" name="secondary-main-left">
            <a:extLst xmlns:a="http://schemas.openxmlformats.org/drawingml/2006/main">
              <a:ext uri="{FF2B5EF4-FFF2-40B4-BE49-F238E27FC236}">
                <a16:creationId xmlns:a16="http://schemas.microsoft.com/office/drawing/2014/main" id="{8EFA00CA-7253-4A6A-909A-F44609EB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2415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3" name="secondary-main-vertical">
            <a:extLst xmlns:a="http://schemas.openxmlformats.org/drawingml/2006/main">
              <a:ext uri="{FF2B5EF4-FFF2-40B4-BE49-F238E27FC236}">
                <a16:creationId xmlns:a16="http://schemas.microsoft.com/office/drawing/2014/main" id="{DDCF5E3C-C473-48BF-8A48-20E10C69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24150"/>
            <a:ext cx="0" cy="224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4" name="secondary-main-right">
            <a:extLst xmlns:a="http://schemas.openxmlformats.org/drawingml/2006/main">
              <a:ext uri="{FF2B5EF4-FFF2-40B4-BE49-F238E27FC236}">
                <a16:creationId xmlns:a16="http://schemas.microsoft.com/office/drawing/2014/main" id="{6D520EC5-26C6-4CC1-A2AB-0FB67B53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9720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5" name="main-right">
            <a:extLst xmlns:a="http://schemas.openxmlformats.org/drawingml/2006/main">
              <a:ext uri="{FF2B5EF4-FFF2-40B4-BE49-F238E27FC236}">
                <a16:creationId xmlns:a16="http://schemas.microsoft.com/office/drawing/2014/main" id="{DA26B60A-A30B-49C8-8339-DB2276A5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867275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6" name="project-header">
            <a:extLst xmlns:a="http://schemas.openxmlformats.org/drawingml/2006/main">
              <a:ext uri="{FF2B5EF4-FFF2-40B4-BE49-F238E27FC236}">
                <a16:creationId xmlns:a16="http://schemas.microsoft.com/office/drawing/2014/main" id="{29ED7C03-436A-41FE-90F9-866CD587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71450"/>
            <a:ext cx="9296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</a:defRPr>
            </a:pPr>
            <a:r>
              <a:rPr sz="1875">
                <a:solidFill>
                  <a:srgbClr val="111111"/>
                </a:solidFill>
              </a:rPr>
              <a:t>实验项目模块</a:t>
            </a:r>
          </a:p>
        </p:txBody>
      </p:sp>
      <p:sp>
        <p:nvSpPr>
          <p:cNvPr id="37" name="common-footer">
            <a:extLst xmlns:a="http://schemas.openxmlformats.org/drawingml/2006/main">
              <a:ext uri="{FF2B5EF4-FFF2-40B4-BE49-F238E27FC236}">
                <a16:creationId xmlns:a16="http://schemas.microsoft.com/office/drawing/2014/main" id="{55D2C333-CD79-49AF-B98C-F0BCB220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6191250"/>
            <a:ext cx="929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两相柜公共模块</a:t>
            </a:r>
          </a:p>
        </p:txBody>
      </p:sp>
      <p:sp>
        <p:nvSpPr>
          <p:cNvPr id="38" name="experiment-unit-group">
            <a:extLst xmlns:a="http://schemas.openxmlformats.org/drawingml/2006/main">
              <a:ext uri="{FF2B5EF4-FFF2-40B4-BE49-F238E27FC236}">
                <a16:creationId xmlns:a16="http://schemas.microsoft.com/office/drawing/2014/main" id="{6F4944FC-CF84-4602-923F-FD2476CE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3825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39" name="flow-boiling-unit">
            <a:extLst xmlns:a="http://schemas.openxmlformats.org/drawingml/2006/main">
              <a:ext uri="{FF2B5EF4-FFF2-40B4-BE49-F238E27FC236}">
                <a16:creationId xmlns:a16="http://schemas.microsoft.com/office/drawing/2014/main" id="{6F8206AD-4C52-41F3-AF8D-58E5B9E1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12858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流动/射流复合</a:t>
            </a:r>
          </a:p>
          <a:p xmlns:a="http://schemas.openxmlformats.org/drawingml/2006/main">
            <a:pPr algn="ctr"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沸腾实验单元</a:t>
            </a:r>
          </a:p>
        </p:txBody>
      </p:sp>
      <p:sp>
        <p:nvSpPr>
          <p:cNvPr id="40" name="pool-boiling-unit">
            <a:extLst xmlns:a="http://schemas.openxmlformats.org/drawingml/2006/main">
              <a:ext uri="{FF2B5EF4-FFF2-40B4-BE49-F238E27FC236}">
                <a16:creationId xmlns:a16="http://schemas.microsoft.com/office/drawing/2014/main" id="{7F4C15D4-F827-4B72-BE91-5A9F2C98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381125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池沸腾</a:t>
            </a:r>
          </a:p>
          <a:p xmlns:a="http://schemas.openxmlformats.org/drawingml/2006/main">
            <a:pPr algn="ctr"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实验单元</a:t>
            </a:r>
          </a:p>
        </p:txBody>
      </p:sp>
      <p:sp>
        <p:nvSpPr>
          <p:cNvPr id="41" name="flow-boiling-device">
            <a:extLst xmlns:a="http://schemas.openxmlformats.org/drawingml/2006/main">
              <a:ext uri="{FF2B5EF4-FFF2-40B4-BE49-F238E27FC236}">
                <a16:creationId xmlns:a16="http://schemas.microsoft.com/office/drawing/2014/main" id="{39A92FE1-C126-4162-A0AE-24E63DD4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61937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流动/射流复合</a:t>
            </a:r>
          </a:p>
          <a:p xmlns:a="http://schemas.openxmlformats.org/drawingml/2006/main">
            <a:pPr algn="ctr"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沸腾实验装置</a:t>
            </a:r>
          </a:p>
        </p:txBody>
      </p:sp>
      <p:sp>
        <p:nvSpPr>
          <p:cNvPr id="42" name="flow-heat-device">
            <a:extLst xmlns:a="http://schemas.openxmlformats.org/drawingml/2006/main">
              <a:ext uri="{FF2B5EF4-FFF2-40B4-BE49-F238E27FC236}">
                <a16:creationId xmlns:a16="http://schemas.microsoft.com/office/drawing/2014/main" id="{054B0E3B-8CB2-4329-87AB-1640CC87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流动/射流复合</a:t>
            </a:r>
          </a:p>
          <a:p xmlns:a="http://schemas.openxmlformats.org/drawingml/2006/main">
            <a:pPr algn="ctr"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沸腾散热装置</a:t>
            </a:r>
          </a:p>
        </p:txBody>
      </p:sp>
      <p:sp>
        <p:nvSpPr>
          <p:cNvPr id="43" name="pool-device">
            <a:extLst xmlns:a="http://schemas.openxmlformats.org/drawingml/2006/main">
              <a:ext uri="{FF2B5EF4-FFF2-40B4-BE49-F238E27FC236}">
                <a16:creationId xmlns:a16="http://schemas.microsoft.com/office/drawing/2014/main" id="{5D56487A-C0A1-4B76-9D9F-0AD1B0B0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61937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池沸腾</a:t>
            </a:r>
          </a:p>
          <a:p xmlns:a="http://schemas.openxmlformats.org/drawingml/2006/main">
            <a:pPr algn="ctr"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实验装置</a:t>
            </a:r>
          </a:p>
        </p:txBody>
      </p:sp>
      <p:sp>
        <p:nvSpPr>
          <p:cNvPr id="44" name="pool-heat-device">
            <a:extLst xmlns:a="http://schemas.openxmlformats.org/drawingml/2006/main">
              <a:ext uri="{FF2B5EF4-FFF2-40B4-BE49-F238E27FC236}">
                <a16:creationId xmlns:a16="http://schemas.microsoft.com/office/drawing/2014/main" id="{21111FCF-C629-499B-9C0F-4438B47E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1937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池沸腾</a:t>
            </a:r>
          </a:p>
          <a:p xmlns:a="http://schemas.openxmlformats.org/drawingml/2006/main">
            <a:pPr algn="ctr"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散热装置</a:t>
            </a:r>
          </a:p>
        </p:txBody>
      </p:sp>
      <p:sp>
        <p:nvSpPr>
          <p:cNvPr id="45" name="large-flow-module">
            <a:extLst xmlns:a="http://schemas.openxmlformats.org/drawingml/2006/main">
              <a:ext uri="{FF2B5EF4-FFF2-40B4-BE49-F238E27FC236}">
                <a16:creationId xmlns:a16="http://schemas.microsoft.com/office/drawing/2014/main" id="{E11103AA-9D82-43CD-89BF-47BC0F79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78142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大流量</a:t>
            </a:r>
          </a:p>
          <a:p xmlns:a="http://schemas.openxmlformats.org/drawingml/2006/main">
            <a:pPr algn="ctr"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供液模块</a:t>
            </a:r>
          </a:p>
        </p:txBody>
      </p:sp>
      <p:sp>
        <p:nvSpPr>
          <p:cNvPr id="46" name="cooling-device">
            <a:extLst xmlns:a="http://schemas.openxmlformats.org/drawingml/2006/main">
              <a:ext uri="{FF2B5EF4-FFF2-40B4-BE49-F238E27FC236}">
                <a16:creationId xmlns:a16="http://schemas.microsoft.com/office/drawing/2014/main" id="{8595548A-E949-415E-A08E-9FC9F1E6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8142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大流量供液</a:t>
            </a:r>
          </a:p>
          <a:p xmlns:a="http://schemas.openxmlformats.org/drawingml/2006/main">
            <a:pPr algn="ctr"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冷却装置</a:t>
            </a:r>
          </a:p>
        </p:txBody>
      </p:sp>
      <p:sp>
        <p:nvSpPr>
          <p:cNvPr id="47" name="small-flow-module">
            <a:extLst xmlns:a="http://schemas.openxmlformats.org/drawingml/2006/main">
              <a:ext uri="{FF2B5EF4-FFF2-40B4-BE49-F238E27FC236}">
                <a16:creationId xmlns:a16="http://schemas.microsoft.com/office/drawing/2014/main" id="{1E4EC5AD-5A6A-4879-97A3-EFA117AC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78142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小流量</a:t>
            </a:r>
          </a:p>
          <a:p xmlns:a="http://schemas.openxmlformats.org/drawingml/2006/main">
            <a:pPr algn="ctr"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供液模块</a:t>
            </a:r>
          </a:p>
        </p:txBody>
      </p:sp>
      <p:sp>
        <p:nvSpPr>
          <p:cNvPr id="48" name="micro-ccd">
            <a:extLst xmlns:a="http://schemas.openxmlformats.org/drawingml/2006/main">
              <a:ext uri="{FF2B5EF4-FFF2-40B4-BE49-F238E27FC236}">
                <a16:creationId xmlns:a16="http://schemas.microsoft.com/office/drawing/2014/main" id="{1E3D00ED-CCCA-4C57-9E8D-703ADD0E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895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细观CCD</a:t>
            </a:r>
          </a:p>
        </p:txBody>
      </p:sp>
      <p:sp>
        <p:nvSpPr>
          <p:cNvPr id="49" name="high-speed-ccd">
            <a:extLst xmlns:a="http://schemas.openxmlformats.org/drawingml/2006/main">
              <a:ext uri="{FF2B5EF4-FFF2-40B4-BE49-F238E27FC236}">
                <a16:creationId xmlns:a16="http://schemas.microsoft.com/office/drawing/2014/main" id="{4C5A6AEA-1ED6-498C-9075-B279BF44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762500"/>
            <a:ext cx="895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高速CCD</a:t>
            </a:r>
          </a:p>
        </p:txBody>
      </p:sp>
      <p:sp>
        <p:nvSpPr>
          <p:cNvPr id="50" name="hv-converter">
            <a:extLst xmlns:a="http://schemas.openxmlformats.org/drawingml/2006/main">
              <a:ext uri="{FF2B5EF4-FFF2-40B4-BE49-F238E27FC236}">
                <a16:creationId xmlns:a16="http://schemas.microsoft.com/office/drawing/2014/main" id="{FBED4242-2089-4804-B82D-15102832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81125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高压电</a:t>
            </a:r>
          </a:p>
          <a:p xmlns:a="http://schemas.openxmlformats.org/drawingml/2006/main">
            <a:pPr algn="ctr"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转换装置</a:t>
            </a:r>
          </a:p>
        </p:txBody>
      </p:sp>
      <p:sp>
        <p:nvSpPr>
          <p:cNvPr id="51" name="measure-control">
            <a:extLst xmlns:a="http://schemas.openxmlformats.org/drawingml/2006/main">
              <a:ext uri="{FF2B5EF4-FFF2-40B4-BE49-F238E27FC236}">
                <a16:creationId xmlns:a16="http://schemas.microsoft.com/office/drawing/2014/main" id="{5089A4E7-9728-4ECE-9671-F5C9844A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381125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测量/控制模块</a:t>
            </a:r>
          </a:p>
        </p:txBody>
      </p:sp>
      <p:sp>
        <p:nvSpPr>
          <p:cNvPr id="52" name="secondary-controller">
            <a:extLst xmlns:a="http://schemas.openxmlformats.org/drawingml/2006/main">
              <a:ext uri="{FF2B5EF4-FFF2-40B4-BE49-F238E27FC236}">
                <a16:creationId xmlns:a16="http://schemas.microsoft.com/office/drawing/2014/main" id="{47659A00-D386-45A8-B094-D6F32AAB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116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次级控制器</a:t>
            </a:r>
          </a:p>
          <a:p xmlns:a="http://schemas.openxmlformats.org/drawingml/2006/main">
            <a:pPr algn="ctr"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（电控盒）</a:t>
            </a:r>
          </a:p>
        </p:txBody>
      </p:sp>
      <p:sp>
        <p:nvSpPr>
          <p:cNvPr id="53" name="sensor-flowmeter">
            <a:extLst xmlns:a="http://schemas.openxmlformats.org/drawingml/2006/main">
              <a:ext uri="{FF2B5EF4-FFF2-40B4-BE49-F238E27FC236}">
                <a16:creationId xmlns:a16="http://schemas.microsoft.com/office/drawing/2014/main" id="{3DD731B1-01AC-4838-B87F-BDDA1269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857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传感器/</a:t>
            </a:r>
          </a:p>
          <a:p xmlns:a="http://schemas.openxmlformats.org/drawingml/2006/main">
            <a:pPr algn="ctr"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流量计</a:t>
            </a:r>
          </a:p>
        </p:txBody>
      </p:sp>
      <p:sp>
        <p:nvSpPr>
          <p:cNvPr id="54" name="solenoid-valve">
            <a:extLst xmlns:a="http://schemas.openxmlformats.org/drawingml/2006/main">
              <a:ext uri="{FF2B5EF4-FFF2-40B4-BE49-F238E27FC236}">
                <a16:creationId xmlns:a16="http://schemas.microsoft.com/office/drawing/2014/main" id="{47CF14F8-1938-4FDD-B48D-694EB546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76625"/>
            <a:ext cx="857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电磁阀门</a:t>
            </a:r>
          </a:p>
        </p:txBody>
      </p:sp>
      <p:sp>
        <p:nvSpPr>
          <p:cNvPr id="55" name="main-controller">
            <a:extLst xmlns:a="http://schemas.openxmlformats.org/drawingml/2006/main">
              <a:ext uri="{FF2B5EF4-FFF2-40B4-BE49-F238E27FC236}">
                <a16:creationId xmlns:a16="http://schemas.microsoft.com/office/drawing/2014/main" id="{34CBE14C-2CCC-46CA-8C64-FD89F09C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762500"/>
            <a:ext cx="876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主控制器</a:t>
            </a:r>
          </a:p>
        </p:txBody>
      </p:sp>
      <p:sp>
        <p:nvSpPr>
          <p:cNvPr id="56" name="controlled-heat">
            <a:extLst xmlns:a="http://schemas.openxmlformats.org/drawingml/2006/main">
              <a:ext uri="{FF2B5EF4-FFF2-40B4-BE49-F238E27FC236}">
                <a16:creationId xmlns:a16="http://schemas.microsoft.com/office/drawing/2014/main" id="{7D9841FD-3305-4B10-B74C-D46CC4A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81250"/>
            <a:ext cx="116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电控盒</a:t>
            </a:r>
          </a:p>
          <a:p xmlns:a="http://schemas.openxmlformats.org/drawingml/2006/main">
            <a:pPr algn="ctr"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散热结构</a:t>
            </a:r>
          </a:p>
        </p:txBody>
      </p:sp>
      <p:sp>
        <p:nvSpPr>
          <p:cNvPr id="57" name="fan-module">
            <a:extLst xmlns:a="http://schemas.openxmlformats.org/drawingml/2006/main">
              <a:ext uri="{FF2B5EF4-FFF2-40B4-BE49-F238E27FC236}">
                <a16:creationId xmlns:a16="http://schemas.microsoft.com/office/drawing/2014/main" id="{0915389D-03CF-4F55-ADED-60797F61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781425"/>
            <a:ext cx="11620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风冷模块</a:t>
            </a:r>
          </a:p>
        </p:txBody>
      </p:sp>
    </p:spTree>
    <p:extLst>
      <p:ext uri="{BB962C8B-B14F-4D97-AF65-F5344CB8AC3E}">
        <p14:creationId xmlns:p14="http://schemas.microsoft.com/office/powerpoint/2010/main" val="552818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2026-08-25T07:44:05.3610000Z</dcterms:created>
  <dcterms:modified xsi:type="dcterms:W3CDTF">2026-08-25T07:44:05.3610000Z</dcterms:modified>
</coreProperties>
</file>