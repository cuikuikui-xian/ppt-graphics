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544a7b58f141ed" /><Relationship Type="http://schemas.openxmlformats.org/officeDocument/2006/relationships/extended-properties" Target="/docProps/app.xml" Id="R14288e09798e4d6c" /><Relationship Type="http://schemas.openxmlformats.org/officeDocument/2006/relationships/officeDocument" Target="/ppt/presentation.xml" Id="R9511e55c848e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3bed20e147447e"/>
  </p:sldMasterIdLst>
  <p:notesMasterIdLst>
    <p:notesMasterId xmlns:r="http://schemas.openxmlformats.org/officeDocument/2006/relationships" r:id="R0e2b9dcf48224c94"/>
  </p:notesMasterIdLst>
  <p:sldIdLst>
    <p:sldId xmlns:r="http://schemas.openxmlformats.org/officeDocument/2006/relationships" id="256" r:id="R0053f9174ab647aa"/>
    <p:sldId xmlns:r="http://schemas.openxmlformats.org/officeDocument/2006/relationships" id="257" r:id="R5610bb0f86244bd2"/>
    <p:sldId xmlns:r="http://schemas.openxmlformats.org/officeDocument/2006/relationships" id="258" r:id="R9eb76611b11b4c4d"/>
    <p:sldId xmlns:r="http://schemas.openxmlformats.org/officeDocument/2006/relationships" id="259" r:id="Re262d15da6394eb6"/>
    <p:sldId xmlns:r="http://schemas.openxmlformats.org/officeDocument/2006/relationships" id="260" r:id="Re8212ac767e34d6b"/>
    <p:sldId xmlns:r="http://schemas.openxmlformats.org/officeDocument/2006/relationships" id="261" r:id="R641adca23c454347"/>
    <p:sldId xmlns:r="http://schemas.openxmlformats.org/officeDocument/2006/relationships" id="262" r:id="R2b913390a9c242fa"/>
    <p:sldId xmlns:r="http://schemas.openxmlformats.org/officeDocument/2006/relationships" id="263" r:id="Rdd802df277e14802"/>
    <p:sldId xmlns:r="http://schemas.openxmlformats.org/officeDocument/2006/relationships" id="264" r:id="R969d80cd50894f01"/>
    <p:sldId xmlns:r="http://schemas.openxmlformats.org/officeDocument/2006/relationships" id="265" r:id="R64625e408de747cd"/>
    <p:sldId xmlns:r="http://schemas.openxmlformats.org/officeDocument/2006/relationships" id="266" r:id="Rc0ab247951304308"/>
    <p:sldId xmlns:r="http://schemas.openxmlformats.org/officeDocument/2006/relationships" id="267" r:id="Rcf19f6507fce47d5"/>
    <p:sldId xmlns:r="http://schemas.openxmlformats.org/officeDocument/2006/relationships" id="268" r:id="R62652f14ea964770"/>
    <p:sldId xmlns:r="http://schemas.openxmlformats.org/officeDocument/2006/relationships" id="269" r:id="R4332ca9760334efb"/>
    <p:sldId xmlns:r="http://schemas.openxmlformats.org/officeDocument/2006/relationships" id="270" r:id="Rd65f9af3271d4c49"/>
    <p:sldId xmlns:r="http://schemas.openxmlformats.org/officeDocument/2006/relationships" id="271" r:id="R7af3d82ccade4ca2"/>
  </p:sldIdLst>
  <p:sldSz cx="9525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4f4108d08424c" /><Relationship Type="http://schemas.openxmlformats.org/officeDocument/2006/relationships/slideMaster" Target="/ppt/slideMasters/slideMaster1.xml" Id="Rb73bed20e147447e" /><Relationship Type="http://schemas.openxmlformats.org/officeDocument/2006/relationships/notesMaster" Target="/ppt/notesMasters/notesMaster1.xml" Id="R0e2b9dcf48224c94" /><Relationship Type="http://schemas.openxmlformats.org/officeDocument/2006/relationships/presProps" Target="/ppt/presProps.xml" Id="Rf12b8ef56ad9418c" /><Relationship Type="http://schemas.openxmlformats.org/officeDocument/2006/relationships/viewProps" Target="/ppt/viewProps.xml" Id="R39b0bc4e453d4a4f" /><Relationship Type="http://schemas.openxmlformats.org/officeDocument/2006/relationships/tableStyles" Target="/ppt/tableStyles.xml" Id="Reb0baf92598244b3" /><Relationship Type="http://schemas.openxmlformats.org/officeDocument/2006/relationships/slide" Target="/ppt/slides/slide1.xml" Id="R0053f9174ab647aa" /><Relationship Type="http://schemas.openxmlformats.org/officeDocument/2006/relationships/slide" Target="/ppt/slides/slide2.xml" Id="R5610bb0f86244bd2" /><Relationship Type="http://schemas.openxmlformats.org/officeDocument/2006/relationships/slide" Target="/ppt/slides/slide3.xml" Id="R9eb76611b11b4c4d" /><Relationship Type="http://schemas.openxmlformats.org/officeDocument/2006/relationships/slide" Target="/ppt/slides/slide4.xml" Id="Re262d15da6394eb6" /><Relationship Type="http://schemas.openxmlformats.org/officeDocument/2006/relationships/slide" Target="/ppt/slides/slide5.xml" Id="Re8212ac767e34d6b" /><Relationship Type="http://schemas.openxmlformats.org/officeDocument/2006/relationships/slide" Target="/ppt/slides/slide6.xml" Id="R641adca23c454347" /><Relationship Type="http://schemas.openxmlformats.org/officeDocument/2006/relationships/slide" Target="/ppt/slides/slide7.xml" Id="R2b913390a9c242fa" /><Relationship Type="http://schemas.openxmlformats.org/officeDocument/2006/relationships/slide" Target="/ppt/slides/slide8.xml" Id="Rdd802df277e14802" /><Relationship Type="http://schemas.openxmlformats.org/officeDocument/2006/relationships/slide" Target="/ppt/slides/slide9.xml" Id="R969d80cd50894f01" /><Relationship Type="http://schemas.openxmlformats.org/officeDocument/2006/relationships/slide" Target="/ppt/slides/slide10.xml" Id="R64625e408de747cd" /><Relationship Type="http://schemas.openxmlformats.org/officeDocument/2006/relationships/slide" Target="/ppt/slides/slide11.xml" Id="Rc0ab247951304308" /><Relationship Type="http://schemas.openxmlformats.org/officeDocument/2006/relationships/slide" Target="/ppt/slides/slide12.xml" Id="Rcf19f6507fce47d5" /><Relationship Type="http://schemas.openxmlformats.org/officeDocument/2006/relationships/slide" Target="/ppt/slides/slide13.xml" Id="R62652f14ea964770" /><Relationship Type="http://schemas.openxmlformats.org/officeDocument/2006/relationships/slide" Target="/ppt/slides/slide14.xml" Id="R4332ca9760334efb" /><Relationship Type="http://schemas.openxmlformats.org/officeDocument/2006/relationships/slide" Target="/ppt/slides/slide15.xml" Id="Rd65f9af3271d4c49" /><Relationship Type="http://schemas.openxmlformats.org/officeDocument/2006/relationships/slide" Target="/ppt/slides/slide16.xml" Id="R7af3d82ccade4c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b76fe0582c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487917f2fd4d6c" /><Relationship Type="http://schemas.openxmlformats.org/officeDocument/2006/relationships/notesMaster" Target="/ppt/notesMasters/notesMaster1.xml" Id="R43c07e9a2e4d4c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ade6568da45a3" /><Relationship Type="http://schemas.openxmlformats.org/officeDocument/2006/relationships/notesMaster" Target="/ppt/notesMasters/notesMaster1.xml" Id="Rc043b335a1e64a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b486fc434b4385" /><Relationship Type="http://schemas.openxmlformats.org/officeDocument/2006/relationships/notesMaster" Target="/ppt/notesMasters/notesMaster1.xml" Id="R61355cbda9e44c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5121ed49a4789" /><Relationship Type="http://schemas.openxmlformats.org/officeDocument/2006/relationships/notesMaster" Target="/ppt/notesMasters/notesMaster1.xml" Id="R30756c453cec41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6d0d1ca3a84d31" /><Relationship Type="http://schemas.openxmlformats.org/officeDocument/2006/relationships/notesMaster" Target="/ppt/notesMasters/notesMaster1.xml" Id="R7591d6387b544c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1141f575394ec8" /><Relationship Type="http://schemas.openxmlformats.org/officeDocument/2006/relationships/notesMaster" Target="/ppt/notesMasters/notesMaster1.xml" Id="Rc819d62edebd4e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832df5860a4309" /><Relationship Type="http://schemas.openxmlformats.org/officeDocument/2006/relationships/notesMaster" Target="/ppt/notesMasters/notesMaster1.xml" Id="Rae119f4276924f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02304037aa4847" /><Relationship Type="http://schemas.openxmlformats.org/officeDocument/2006/relationships/notesMaster" Target="/ppt/notesMasters/notesMaster1.xml" Id="R6521ddf252ff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753f77f89d47b0" /><Relationship Type="http://schemas.openxmlformats.org/officeDocument/2006/relationships/notesMaster" Target="/ppt/notesMasters/notesMaster1.xml" Id="R0e0a1b92786144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0332f69f054de1" /><Relationship Type="http://schemas.openxmlformats.org/officeDocument/2006/relationships/notesMaster" Target="/ppt/notesMasters/notesMaster1.xml" Id="R35ef16b5e35c42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188d0cd5be412c" /><Relationship Type="http://schemas.openxmlformats.org/officeDocument/2006/relationships/notesMaster" Target="/ppt/notesMasters/notesMaster1.xml" Id="R0bb766bc1a2444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57ea543bde49b7" /><Relationship Type="http://schemas.openxmlformats.org/officeDocument/2006/relationships/notesMaster" Target="/ppt/notesMasters/notesMaster1.xml" Id="R944d7a62a9b042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da696217734a8f" /><Relationship Type="http://schemas.openxmlformats.org/officeDocument/2006/relationships/notesMaster" Target="/ppt/notesMasters/notesMaster1.xml" Id="Rb0e7dd06910e46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eed3d863e64799" /><Relationship Type="http://schemas.openxmlformats.org/officeDocument/2006/relationships/notesMaster" Target="/ppt/notesMasters/notesMaster1.xml" Id="Rfc224bd006cf45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7cea2aa7f74758" /><Relationship Type="http://schemas.openxmlformats.org/officeDocument/2006/relationships/notesMaster" Target="/ppt/notesMasters/notesMaster1.xml" Id="Rb8a8541d567f41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6485975d824fd8" /><Relationship Type="http://schemas.openxmlformats.org/officeDocument/2006/relationships/notesMaster" Target="/ppt/notesMasters/notesMaster1.xml" Id="Rdd89b272c7674d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45e4f8cc44f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6f92b91504c7e" /><Relationship Type="http://schemas.openxmlformats.org/officeDocument/2006/relationships/slideLayout" Target="/ppt/slideLayouts/slideLayout1.xml" Id="R05913101c85041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3101c85041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17fb9db984418" /><Relationship Type="http://schemas.openxmlformats.org/officeDocument/2006/relationships/notesSlide" Target="/ppt/notesSlides/notesSlide1.xml" Id="R161eff62738e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fbb18c52a4666" /><Relationship Type="http://schemas.openxmlformats.org/officeDocument/2006/relationships/notesSlide" Target="/ppt/notesSlides/notesSlide2.xml" Id="R8d4b507d3b78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fa72ef49a4a26" /><Relationship Type="http://schemas.openxmlformats.org/officeDocument/2006/relationships/image" Target="/ppt/media/image.png" Id="Rcd419ea9e3c24a56" /><Relationship Type="http://schemas.openxmlformats.org/officeDocument/2006/relationships/notesSlide" Target="/ppt/notesSlides/notesSlide3.xml" Id="Ra913d5afa41f46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53e086137484f" /><Relationship Type="http://schemas.openxmlformats.org/officeDocument/2006/relationships/image" Target="/ppt/media/image.png" Id="R1447f720b80f4543" /><Relationship Type="http://schemas.openxmlformats.org/officeDocument/2006/relationships/notesSlide" Target="/ppt/notesSlides/notesSlide4.xml" Id="R3fe1c2c47759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31c55ca4b4378" /><Relationship Type="http://schemas.openxmlformats.org/officeDocument/2006/relationships/image" Target="/ppt/media/image.png" Id="R3ea3b38d8f84432b" /><Relationship Type="http://schemas.openxmlformats.org/officeDocument/2006/relationships/notesSlide" Target="/ppt/notesSlides/notesSlide5.xml" Id="R3eb4c2eb18ae4c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307ce146344fc" /><Relationship Type="http://schemas.openxmlformats.org/officeDocument/2006/relationships/image" Target="/ppt/media/image.png" Id="Rd5742d9d676144de" /><Relationship Type="http://schemas.openxmlformats.org/officeDocument/2006/relationships/notesSlide" Target="/ppt/notesSlides/notesSlide6.xml" Id="R8b3a7a72c22e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8c26bb5b04318" /><Relationship Type="http://schemas.openxmlformats.org/officeDocument/2006/relationships/image" Target="/ppt/media/image.png" Id="R98df7a863c68483d" /><Relationship Type="http://schemas.openxmlformats.org/officeDocument/2006/relationships/notesSlide" Target="/ppt/notesSlides/notesSlide7.xml" Id="Rd694350029de46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0355f51f547b3" /><Relationship Type="http://schemas.openxmlformats.org/officeDocument/2006/relationships/image" Target="/ppt/media/image.png" Id="Raaf2c616207246ef" /><Relationship Type="http://schemas.openxmlformats.org/officeDocument/2006/relationships/notesSlide" Target="/ppt/notesSlides/notesSlide8.xml" Id="R6c0ea92506e4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b33e22f84ec5" /><Relationship Type="http://schemas.openxmlformats.org/officeDocument/2006/relationships/image" Target="/ppt/media/image.png" Id="Ra6e22fb78e1147e8" /><Relationship Type="http://schemas.openxmlformats.org/officeDocument/2006/relationships/notesSlide" Target="/ppt/notesSlides/notesSlide9.xml" Id="R0d1ce45284864b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7f1e7558546d3" /><Relationship Type="http://schemas.openxmlformats.org/officeDocument/2006/relationships/image" Target="/ppt/media/image.png" Id="R8d33e50abf2e48a8" /><Relationship Type="http://schemas.openxmlformats.org/officeDocument/2006/relationships/notesSlide" Target="/ppt/notesSlides/notesSlide10.xml" Id="Rdd258b4d64874a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a824d605a41f4" /><Relationship Type="http://schemas.openxmlformats.org/officeDocument/2006/relationships/image" Target="/ppt/media/image.png" Id="Ra639249f4886489f" /><Relationship Type="http://schemas.openxmlformats.org/officeDocument/2006/relationships/notesSlide" Target="/ppt/notesSlides/notesSlide11.xml" Id="Ra97d85fb5c0548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87e1ce8984f10" /><Relationship Type="http://schemas.openxmlformats.org/officeDocument/2006/relationships/image" Target="/ppt/media/image2.png" Id="R9d9c338178fb4217" /><Relationship Type="http://schemas.openxmlformats.org/officeDocument/2006/relationships/notesSlide" Target="/ppt/notesSlides/notesSlide12.xml" Id="R37146745a85749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3b75d8d4e4fb7" /><Relationship Type="http://schemas.openxmlformats.org/officeDocument/2006/relationships/image" Target="/ppt/media/image2.png" Id="Reb149ec56a064973" /><Relationship Type="http://schemas.openxmlformats.org/officeDocument/2006/relationships/image" Target="/ppt/media/image.jpeg" Id="R04db70570f284153" /><Relationship Type="http://schemas.openxmlformats.org/officeDocument/2006/relationships/notesSlide" Target="/ppt/notesSlides/notesSlide13.xml" Id="R3c6f9817f5f840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8d7a9cc8c491d" /><Relationship Type="http://schemas.openxmlformats.org/officeDocument/2006/relationships/image" Target="/ppt/media/image3.png" Id="Re3e9dcb0cf054993" /><Relationship Type="http://schemas.openxmlformats.org/officeDocument/2006/relationships/notesSlide" Target="/ppt/notesSlides/notesSlide14.xml" Id="R14b72e749a1d47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28f522ce447c5" /><Relationship Type="http://schemas.openxmlformats.org/officeDocument/2006/relationships/notesSlide" Target="/ppt/notesSlides/notesSlide15.xml" Id="R2997d8ef298a4e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941fa1fba404e" /><Relationship Type="http://schemas.openxmlformats.org/officeDocument/2006/relationships/notesSlide" Target="/ppt/notesSlides/notesSlide16.xml" Id="R04ea0c2062aa40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left-orange-vertical">
            <a:extLst xmlns:a="http://schemas.openxmlformats.org/drawingml/2006/main">
              <a:ext uri="{FF2B5EF4-FFF2-40B4-BE49-F238E27FC236}">
                <a16:creationId xmlns:a16="http://schemas.microsoft.com/office/drawing/2014/main" id="{2E9B025B-7C34-4C72-B7DB-02FF6FBD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>
            <a:extLst xmlns:a="http://schemas.openxmlformats.org/drawingml/2006/main">
              <a:ext uri="{FF2B5EF4-FFF2-40B4-BE49-F238E27FC236}">
                <a16:creationId xmlns:a16="http://schemas.microsoft.com/office/drawing/2014/main" id="{12CC9E9E-2EA5-483F-A7EF-15982FC7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3" name="left-loop-arrow">
            <a:extLst xmlns:a="http://schemas.openxmlformats.org/drawingml/2006/main">
              <a:ext uri="{FF2B5EF4-FFF2-40B4-BE49-F238E27FC236}">
                <a16:creationId xmlns:a16="http://schemas.microsoft.com/office/drawing/2014/main" id="{DEDE1816-D148-41E4-AF7D-2A86DC9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3333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4" name="left-up-arrow">
            <a:extLst xmlns:a="http://schemas.openxmlformats.org/drawingml/2006/main">
              <a:ext uri="{FF2B5EF4-FFF2-40B4-BE49-F238E27FC236}">
                <a16:creationId xmlns:a16="http://schemas.microsoft.com/office/drawing/2014/main" id="{4BFDB862-7A15-48F8-8315-4DBE3374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5" name="rs422-line">
            <a:extLst xmlns:a="http://schemas.openxmlformats.org/drawingml/2006/main">
              <a:ext uri="{FF2B5EF4-FFF2-40B4-BE49-F238E27FC236}">
                <a16:creationId xmlns:a16="http://schemas.microsoft.com/office/drawing/2014/main" id="{E083F29F-3CE6-46C4-A3EC-ACBF9E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6" name="rs422-up">
            <a:extLst xmlns:a="http://schemas.openxmlformats.org/drawingml/2006/main">
              <a:ext uri="{FF2B5EF4-FFF2-40B4-BE49-F238E27FC236}">
                <a16:creationId xmlns:a16="http://schemas.microsoft.com/office/drawing/2014/main" id="{0AE54897-934F-4D5C-8C85-0E1895F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86075"/>
            <a:ext cx="304800" cy="361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7" name="rs422-down">
            <a:extLst xmlns:a="http://schemas.openxmlformats.org/drawingml/2006/main">
              <a:ext uri="{FF2B5EF4-FFF2-40B4-BE49-F238E27FC236}">
                <a16:creationId xmlns:a16="http://schemas.microsoft.com/office/drawing/2014/main" id="{FBDAD861-8FD4-4E7C-A6E5-7131A56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71975"/>
            <a:ext cx="3048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>
            <a:extLst xmlns:a="http://schemas.openxmlformats.org/drawingml/2006/main">
              <a:ext uri="{FF2B5EF4-FFF2-40B4-BE49-F238E27FC236}">
                <a16:creationId xmlns:a16="http://schemas.microsoft.com/office/drawing/2014/main" id="{5641EB65-E8F8-4693-8DBA-ACB134A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8632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9" name="right-orange-vertical">
            <a:extLst xmlns:a="http://schemas.openxmlformats.org/drawingml/2006/main">
              <a:ext uri="{FF2B5EF4-FFF2-40B4-BE49-F238E27FC236}">
                <a16:creationId xmlns:a16="http://schemas.microsoft.com/office/drawing/2014/main" id="{F639E9A4-0DDC-4358-B6B7-03610A4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10" name="right-loop-left">
            <a:extLst xmlns:a="http://schemas.openxmlformats.org/drawingml/2006/main">
              <a:ext uri="{FF2B5EF4-FFF2-40B4-BE49-F238E27FC236}">
                <a16:creationId xmlns:a16="http://schemas.microsoft.com/office/drawing/2014/main" id="{E60B7D48-202D-4054-8967-ABFC84F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333375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1" name="right-up-arrow">
            <a:extLst xmlns:a="http://schemas.openxmlformats.org/drawingml/2006/main">
              <a:ext uri="{FF2B5EF4-FFF2-40B4-BE49-F238E27FC236}">
                <a16:creationId xmlns:a16="http://schemas.microsoft.com/office/drawing/2014/main" id="{0E420810-7D6F-40A4-B909-4F700EF1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2" name="data-up">
            <a:extLst xmlns:a="http://schemas.openxmlformats.org/drawingml/2006/main">
              <a:ext uri="{FF2B5EF4-FFF2-40B4-BE49-F238E27FC236}">
                <a16:creationId xmlns:a16="http://schemas.microsoft.com/office/drawing/2014/main" id="{0C901BBF-9859-4041-96B3-8572C0F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323850" cy="476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3" name="data-down">
            <a:extLst xmlns:a="http://schemas.openxmlformats.org/drawingml/2006/main">
              <a:ext uri="{FF2B5EF4-FFF2-40B4-BE49-F238E27FC236}">
                <a16:creationId xmlns:a16="http://schemas.microsoft.com/office/drawing/2014/main" id="{C226BD4B-627A-4ECA-8296-759DD0E2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3238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4" name="power-up">
            <a:extLst xmlns:a="http://schemas.openxmlformats.org/drawingml/2006/main">
              <a:ext uri="{FF2B5EF4-FFF2-40B4-BE49-F238E27FC236}">
                <a16:creationId xmlns:a16="http://schemas.microsoft.com/office/drawing/2014/main" id="{98D1C60A-7584-48EF-88A2-D144D08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361950" cy="3057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5" name="ccd-dashed-link">
            <a:extLst xmlns:a="http://schemas.openxmlformats.org/drawingml/2006/main">
              <a:ext uri="{FF2B5EF4-FFF2-40B4-BE49-F238E27FC236}">
                <a16:creationId xmlns:a16="http://schemas.microsoft.com/office/drawing/2014/main" id="{0EB57455-E81B-45C6-A537-E6DE40F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69A8"/>
            </a:solidFill>
            <a:prstDash val="dash"/>
          </a:ln>
        </p:spPr>
      </p:sp>
      <p:sp>
        <p:nvSpPr>
          <p:cNvPr id="16" name="ccd-left-arrow">
            <a:extLst xmlns:a="http://schemas.openxmlformats.org/drawingml/2006/main">
              <a:ext uri="{FF2B5EF4-FFF2-40B4-BE49-F238E27FC236}">
                <a16:creationId xmlns:a16="http://schemas.microsoft.com/office/drawing/2014/main" id="{0172F40A-44F8-4D19-97DC-09CAF8D1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143000"/>
            <a:ext cx="295275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7" name="left-module-boundary">
            <a:extLst xmlns:a="http://schemas.openxmlformats.org/drawingml/2006/main">
              <a:ext uri="{FF2B5EF4-FFF2-40B4-BE49-F238E27FC236}">
                <a16:creationId xmlns:a16="http://schemas.microsoft.com/office/drawing/2014/main" id="{FDEEEFA2-C4E9-4AF2-A084-B135AF9F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050"/>
            <a:ext cx="1809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1F26"/>
            </a:solidFill>
            <a:prstDash val="dash"/>
          </a:ln>
        </p:spPr>
      </p:sp>
      <p:sp>
        <p:nvSpPr>
          <p:cNvPr id="18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EB6EE63E-C06D-4CBD-AAC5-B25FBA4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050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9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35BD9451-0F1D-4031-8455-17087E7B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69545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20" name="y52-pipe">
            <a:extLst xmlns:a="http://schemas.openxmlformats.org/drawingml/2006/main">
              <a:ext uri="{FF2B5EF4-FFF2-40B4-BE49-F238E27FC236}">
                <a16:creationId xmlns:a16="http://schemas.microsoft.com/office/drawing/2014/main" id="{EA0DCCDB-60DA-4743-A0F9-377E2AF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1" name="y51-pipe">
            <a:extLst xmlns:a="http://schemas.openxmlformats.org/drawingml/2006/main">
              <a:ext uri="{FF2B5EF4-FFF2-40B4-BE49-F238E27FC236}">
                <a16:creationId xmlns:a16="http://schemas.microsoft.com/office/drawing/2014/main" id="{0BB37197-B65C-4785-850A-D5F207D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85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2" name="y54-pipe">
            <a:extLst xmlns:a="http://schemas.openxmlformats.org/drawingml/2006/main">
              <a:ext uri="{FF2B5EF4-FFF2-40B4-BE49-F238E27FC236}">
                <a16:creationId xmlns:a16="http://schemas.microsoft.com/office/drawing/2014/main" id="{DC07264D-314A-4DDB-9FBC-CD2F2CF4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3" name="y53-pipe">
            <a:extLst xmlns:a="http://schemas.openxmlformats.org/drawingml/2006/main">
              <a:ext uri="{FF2B5EF4-FFF2-40B4-BE49-F238E27FC236}">
                <a16:creationId xmlns:a16="http://schemas.microsoft.com/office/drawing/2014/main" id="{97394C72-CA04-4EBE-8285-57A8CF2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9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4" name="y52">
            <a:extLst xmlns:a="http://schemas.openxmlformats.org/drawingml/2006/main">
              <a:ext uri="{FF2B5EF4-FFF2-40B4-BE49-F238E27FC236}">
                <a16:creationId xmlns:a16="http://schemas.microsoft.com/office/drawing/2014/main" id="{5BE25246-D502-4651-B224-8BC3A92B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2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5" name="y61">
            <a:extLst xmlns:a="http://schemas.openxmlformats.org/drawingml/2006/main">
              <a:ext uri="{FF2B5EF4-FFF2-40B4-BE49-F238E27FC236}">
                <a16:creationId xmlns:a16="http://schemas.microsoft.com/office/drawing/2014/main" id="{04356F34-AB81-40FC-88E3-5FB9EC3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6" name="dn8a">
            <a:extLst xmlns:a="http://schemas.openxmlformats.org/drawingml/2006/main">
              <a:ext uri="{FF2B5EF4-FFF2-40B4-BE49-F238E27FC236}">
                <a16:creationId xmlns:a16="http://schemas.microsoft.com/office/drawing/2014/main" id="{4C4F2BE1-ACB4-462C-B5BB-9E1B5139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57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7" name="y51">
            <a:extLst xmlns:a="http://schemas.openxmlformats.org/drawingml/2006/main">
              <a:ext uri="{FF2B5EF4-FFF2-40B4-BE49-F238E27FC236}">
                <a16:creationId xmlns:a16="http://schemas.microsoft.com/office/drawing/2014/main" id="{5C384A06-1585-484A-BE40-4D1E799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858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28" name="y64">
            <a:extLst xmlns:a="http://schemas.openxmlformats.org/drawingml/2006/main">
              <a:ext uri="{FF2B5EF4-FFF2-40B4-BE49-F238E27FC236}">
                <a16:creationId xmlns:a16="http://schemas.microsoft.com/office/drawing/2014/main" id="{C4A83A70-0CA4-4FFD-B273-FF064B3D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5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29" name="dn8b">
            <a:extLst xmlns:a="http://schemas.openxmlformats.org/drawingml/2006/main">
              <a:ext uri="{FF2B5EF4-FFF2-40B4-BE49-F238E27FC236}">
                <a16:creationId xmlns:a16="http://schemas.microsoft.com/office/drawing/2014/main" id="{14842497-EE96-4B06-BFE6-98363E1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95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0" name="y54">
            <a:extLst xmlns:a="http://schemas.openxmlformats.org/drawingml/2006/main">
              <a:ext uri="{FF2B5EF4-FFF2-40B4-BE49-F238E27FC236}">
                <a16:creationId xmlns:a16="http://schemas.microsoft.com/office/drawing/2014/main" id="{188C5548-735E-46C5-A9BA-B3665B0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1" name="y62">
            <a:extLst xmlns:a="http://schemas.openxmlformats.org/drawingml/2006/main">
              <a:ext uri="{FF2B5EF4-FFF2-40B4-BE49-F238E27FC236}">
                <a16:creationId xmlns:a16="http://schemas.microsoft.com/office/drawing/2014/main" id="{CD71DDF1-E214-4EFC-B736-B6D87836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2" name="dn12a">
            <a:extLst xmlns:a="http://schemas.openxmlformats.org/drawingml/2006/main">
              <a:ext uri="{FF2B5EF4-FFF2-40B4-BE49-F238E27FC236}">
                <a16:creationId xmlns:a16="http://schemas.microsoft.com/office/drawing/2014/main" id="{7624EE1B-3254-4A8F-9815-3AC69C30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3" name="y53">
            <a:extLst xmlns:a="http://schemas.openxmlformats.org/drawingml/2006/main">
              <a:ext uri="{FF2B5EF4-FFF2-40B4-BE49-F238E27FC236}">
                <a16:creationId xmlns:a16="http://schemas.microsoft.com/office/drawing/2014/main" id="{5638245D-B5A4-457E-968C-AD7E6C9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859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  <a:endParaRPr sz="1350" b="1">
              <a:solidFill>
                <a:srgbClr val="3F69A8"/>
              </a:solidFill>
            </a:endParaRPr>
          </a:p>
        </p:txBody>
      </p:sp>
      <p:sp>
        <p:nvSpPr>
          <p:cNvPr id="34" name="y63">
            <a:extLst xmlns:a="http://schemas.openxmlformats.org/drawingml/2006/main">
              <a:ext uri="{FF2B5EF4-FFF2-40B4-BE49-F238E27FC236}">
                <a16:creationId xmlns:a16="http://schemas.microsoft.com/office/drawing/2014/main" id="{5752626B-B8DB-4C8A-9A67-CE5E92D1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859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35" name="dn12b">
            <a:extLst xmlns:a="http://schemas.openxmlformats.org/drawingml/2006/main">
              <a:ext uri="{FF2B5EF4-FFF2-40B4-BE49-F238E27FC236}">
                <a16:creationId xmlns:a16="http://schemas.microsoft.com/office/drawing/2014/main" id="{A1F7A8D9-4D0D-4021-A119-B6530BED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36" name="left-precontrol">
            <a:extLst xmlns:a="http://schemas.openxmlformats.org/drawingml/2006/main">
              <a:ext uri="{FF2B5EF4-FFF2-40B4-BE49-F238E27FC236}">
                <a16:creationId xmlns:a16="http://schemas.microsoft.com/office/drawing/2014/main" id="{00EE60A8-5C99-49F2-8BF6-1D5FA7DE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095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7" name="experiment-module">
            <a:extLst xmlns:a="http://schemas.openxmlformats.org/drawingml/2006/main">
              <a:ext uri="{FF2B5EF4-FFF2-40B4-BE49-F238E27FC236}">
                <a16:creationId xmlns:a16="http://schemas.microsoft.com/office/drawing/2014/main" id="{8F11B7E4-67A7-4829-82B8-2C6EB38E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"/>
            <a:ext cx="24479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B91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  <a:endParaRPr sz="232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  <a:endParaRPr sz="2325" b="1">
              <a:solidFill>
                <a:srgbClr val="111111"/>
              </a:solidFill>
            </a:endParaRPr>
          </a:p>
        </p:txBody>
      </p:sp>
      <p:sp>
        <p:nvSpPr>
          <p:cNvPr id="38" name="experiment-precontrol">
            <a:extLst xmlns:a="http://schemas.openxmlformats.org/drawingml/2006/main">
              <a:ext uri="{FF2B5EF4-FFF2-40B4-BE49-F238E27FC236}">
                <a16:creationId xmlns:a16="http://schemas.microsoft.com/office/drawing/2014/main" id="{62CEB44E-9F37-40A5-A8B6-21CE746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39" name="optical-platform">
            <a:extLst xmlns:a="http://schemas.openxmlformats.org/drawingml/2006/main">
              <a:ext uri="{FF2B5EF4-FFF2-40B4-BE49-F238E27FC236}">
                <a16:creationId xmlns:a16="http://schemas.microsoft.com/office/drawing/2014/main" id="{0115C0AF-DD9D-4E01-A413-73EFE94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95325"/>
            <a:ext cx="13239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  <a:endParaRPr sz="1650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0" name="optical-precontrol">
            <a:extLst xmlns:a="http://schemas.openxmlformats.org/drawingml/2006/main">
              <a:ext uri="{FF2B5EF4-FFF2-40B4-BE49-F238E27FC236}">
                <a16:creationId xmlns:a16="http://schemas.microsoft.com/office/drawing/2014/main" id="{8342035E-E86B-4B25-B33F-9DBF8AE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526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41" name="ccd-label">
            <a:extLst xmlns:a="http://schemas.openxmlformats.org/drawingml/2006/main">
              <a:ext uri="{FF2B5EF4-FFF2-40B4-BE49-F238E27FC236}">
                <a16:creationId xmlns:a16="http://schemas.microsoft.com/office/drawing/2014/main" id="{1E05CEAA-60CB-4FAA-AC34-EF424C2E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95325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  <a:endParaRPr sz="1275" b="1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42" name="main-control">
            <a:extLst xmlns:a="http://schemas.openxmlformats.org/drawingml/2006/main">
              <a:ext uri="{FF2B5EF4-FFF2-40B4-BE49-F238E27FC236}">
                <a16:creationId xmlns:a16="http://schemas.microsoft.com/office/drawing/2014/main" id="{B2034ED5-50C4-4622-927E-8929060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2867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1F"/>
          </a:solidFill>
          <a:ln xmlns:a="http://schemas.openxmlformats.org/drawingml/2006/main" w="19050">
            <a:solidFill>
              <a:srgbClr val="777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43" name="experiment-controller">
            <a:extLst xmlns:a="http://schemas.openxmlformats.org/drawingml/2006/main">
              <a:ext uri="{FF2B5EF4-FFF2-40B4-BE49-F238E27FC236}">
                <a16:creationId xmlns:a16="http://schemas.microsoft.com/office/drawing/2014/main" id="{092C9689-09A7-460C-8FF7-B4D23F05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626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2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44" name="rs422">
            <a:extLst xmlns:a="http://schemas.openxmlformats.org/drawingml/2006/main">
              <a:ext uri="{FF2B5EF4-FFF2-40B4-BE49-F238E27FC236}">
                <a16:creationId xmlns:a16="http://schemas.microsoft.com/office/drawing/2014/main" id="{EFE04AC9-C8D3-4427-82DF-4B8A5A3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  <a:endParaRPr sz="1200" b="1">
              <a:solidFill>
                <a:srgbClr val="111111"/>
              </a:solidFill>
            </a:endParaRPr>
          </a:p>
        </p:txBody>
      </p:sp>
      <p:sp>
        <p:nvSpPr>
          <p:cNvPr id="45" name="x83">
            <a:extLst xmlns:a="http://schemas.openxmlformats.org/drawingml/2006/main">
              <a:ext uri="{FF2B5EF4-FFF2-40B4-BE49-F238E27FC236}">
                <a16:creationId xmlns:a16="http://schemas.microsoft.com/office/drawing/2014/main" id="{187A6FE8-A03D-40E4-B49D-928E185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  <a:endParaRPr sz="1425" b="1">
              <a:solidFill>
                <a:srgbClr val="3F69A8"/>
              </a:solidFill>
            </a:endParaRPr>
          </a:p>
        </p:txBody>
      </p:sp>
      <p:sp>
        <p:nvSpPr>
          <p:cNvPr id="46" name="x70">
            <a:extLst xmlns:a="http://schemas.openxmlformats.org/drawingml/2006/main">
              <a:ext uri="{FF2B5EF4-FFF2-40B4-BE49-F238E27FC236}">
                <a16:creationId xmlns:a16="http://schemas.microsoft.com/office/drawing/2014/main" id="{297BDB8E-1714-4DCD-A1C9-7594475B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  <a:endParaRPr sz="1425" b="1">
              <a:solidFill>
                <a:srgbClr val="C67E14"/>
              </a:solidFill>
            </a:endParaRPr>
          </a:p>
        </p:txBody>
      </p:sp>
      <p:sp>
        <p:nvSpPr>
          <p:cNvPr id="47" name="data-label">
            <a:extLst xmlns:a="http://schemas.openxmlformats.org/drawingml/2006/main">
              <a:ext uri="{FF2B5EF4-FFF2-40B4-BE49-F238E27FC236}">
                <a16:creationId xmlns:a16="http://schemas.microsoft.com/office/drawing/2014/main" id="{1DC1845C-53C7-4470-B800-A545137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91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  <a:endParaRPr sz="1350" b="1">
              <a:solidFill>
                <a:srgbClr val="D91F26"/>
              </a:solidFill>
            </a:endParaRPr>
          </a:p>
        </p:txBody>
      </p:sp>
      <p:sp>
        <p:nvSpPr>
          <p:cNvPr id="48" name="power-label">
            <a:extLst xmlns:a="http://schemas.openxmlformats.org/drawingml/2006/main">
              <a:ext uri="{FF2B5EF4-FFF2-40B4-BE49-F238E27FC236}">
                <a16:creationId xmlns:a16="http://schemas.microsoft.com/office/drawing/2014/main" id="{6300DA40-680F-4BF1-B1EE-308DF4A0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72075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  <a:endParaRPr sz="1350" b="1">
              <a:solidFill>
                <a:srgbClr val="D91F26"/>
              </a:solidFill>
            </a:endParaRPr>
          </a:p>
          <a:p xmlns:a="http://schemas.openxmlformats.org/drawingml/2006/main">
            <a:pPr algn="l">
              <a:buNone/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  <a:endParaRPr sz="1350" b="1">
              <a:solidFill>
                <a:srgbClr val="D91F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052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2-contact-line">
            <a:extLst xmlns:a="http://schemas.openxmlformats.org/drawingml/2006/main">
              <a:ext uri="{FF2B5EF4-FFF2-40B4-BE49-F238E27FC236}">
                <a16:creationId xmlns:a16="http://schemas.microsoft.com/office/drawing/2014/main" id="{AD1B6F70-98B9-41E2-8ACB-C8B4F35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671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s2-contact-left">
            <a:extLst xmlns:a="http://schemas.openxmlformats.org/drawingml/2006/main">
              <a:ext uri="{FF2B5EF4-FFF2-40B4-BE49-F238E27FC236}">
                <a16:creationId xmlns:a16="http://schemas.microsoft.com/office/drawing/2014/main" id="{7937D41F-F3DF-45E3-9B88-17F5A1B1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62375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s2-contact-right">
            <a:extLst xmlns:a="http://schemas.openxmlformats.org/drawingml/2006/main">
              <a:ext uri="{FF2B5EF4-FFF2-40B4-BE49-F238E27FC236}">
                <a16:creationId xmlns:a16="http://schemas.microsoft.com/office/drawing/2014/main" id="{AF58849C-9230-4EC5-B0D6-61F3E1FB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s2-liquid-title">
            <a:extLst xmlns:a="http://schemas.openxmlformats.org/drawingml/2006/main">
              <a:ext uri="{FF2B5EF4-FFF2-40B4-BE49-F238E27FC236}">
                <a16:creationId xmlns:a16="http://schemas.microsoft.com/office/drawing/2014/main" id="{18B3DEB8-58AD-4E04-93A0-FF7EE76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1688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  <a:endParaRPr sz="2025" b="0">
              <a:solidFill>
                <a:srgbClr val="111111"/>
              </a:solidFill>
            </a:endParaRPr>
          </a:p>
        </p:txBody>
      </p:sp>
      <p:sp>
        <p:nvSpPr>
          <p:cNvPr id="3" name="s2-small-return">
            <a:extLst xmlns:a="http://schemas.openxmlformats.org/drawingml/2006/main">
              <a:ext uri="{FF2B5EF4-FFF2-40B4-BE49-F238E27FC236}">
                <a16:creationId xmlns:a16="http://schemas.microsoft.com/office/drawing/2014/main" id="{B4DD2053-08EC-49B8-8932-8C13D365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050" y="43770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2" name="s2-small-supply">
            <a:extLst xmlns:a="http://schemas.openxmlformats.org/drawingml/2006/main">
              <a:ext uri="{FF2B5EF4-FFF2-40B4-BE49-F238E27FC236}">
                <a16:creationId xmlns:a16="http://schemas.microsoft.com/office/drawing/2014/main" id="{3A8D0D63-5700-452B-BAA5-93B2DC46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4050" y="365315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s2-small-supply-head">
            <a:extLst xmlns:a="http://schemas.openxmlformats.org/drawingml/2006/main">
              <a:ext uri="{FF2B5EF4-FFF2-40B4-BE49-F238E27FC236}">
                <a16:creationId xmlns:a16="http://schemas.microsoft.com/office/drawing/2014/main" id="{A505E672-BD5B-4CA1-92BD-3120CAE3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2850" y="354838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s2-small-return-head">
            <a:extLst xmlns:a="http://schemas.openxmlformats.org/drawingml/2006/main">
              <a:ext uri="{FF2B5EF4-FFF2-40B4-BE49-F238E27FC236}">
                <a16:creationId xmlns:a16="http://schemas.microsoft.com/office/drawing/2014/main" id="{D571E49A-A5CE-42A2-981F-716B430F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5000" y="4272280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2-liquid-boundary">
            <a:extLst xmlns:a="http://schemas.openxmlformats.org/drawingml/2006/main">
              <a:ext uri="{FF2B5EF4-FFF2-40B4-BE49-F238E27FC236}">
                <a16:creationId xmlns:a16="http://schemas.microsoft.com/office/drawing/2014/main" id="{AA5E1656-CB01-4186-83E1-C316B76C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" y="2872105"/>
            <a:ext cx="1885950" cy="2374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13" name="s2-small-module">
            <a:extLst xmlns:a="http://schemas.openxmlformats.org/drawingml/2006/main">
              <a:ext uri="{FF2B5EF4-FFF2-40B4-BE49-F238E27FC236}">
                <a16:creationId xmlns:a16="http://schemas.microsoft.com/office/drawing/2014/main" id="{7230A93E-759D-4469-89B4-E67045D9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625" y="3329305"/>
            <a:ext cx="14954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小流量</a:t>
            </a:r>
            <a:endParaRPr sz="210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16" name="s2-y52">
            <a:extLst xmlns:a="http://schemas.openxmlformats.org/drawingml/2006/main">
              <a:ext uri="{FF2B5EF4-FFF2-40B4-BE49-F238E27FC236}">
                <a16:creationId xmlns:a16="http://schemas.microsoft.com/office/drawing/2014/main" id="{5BDB81D9-BEA5-432C-B905-A4F723D4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55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Y52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7" name="s2-y61">
            <a:extLst xmlns:a="http://schemas.openxmlformats.org/drawingml/2006/main">
              <a:ext uri="{FF2B5EF4-FFF2-40B4-BE49-F238E27FC236}">
                <a16:creationId xmlns:a16="http://schemas.microsoft.com/office/drawing/2014/main" id="{0D036DF4-B31F-44AB-A7B5-1772086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32245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8" name="s2-dn8">
            <a:extLst xmlns:a="http://schemas.openxmlformats.org/drawingml/2006/main">
              <a:ext uri="{FF2B5EF4-FFF2-40B4-BE49-F238E27FC236}">
                <a16:creationId xmlns:a16="http://schemas.microsoft.com/office/drawing/2014/main" id="{052BB5B6-08F3-4A9B-AC5E-190BC064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2700" y="385318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DN8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9" name="s2-y51">
            <a:extLst xmlns:a="http://schemas.openxmlformats.org/drawingml/2006/main">
              <a:ext uri="{FF2B5EF4-FFF2-40B4-BE49-F238E27FC236}">
                <a16:creationId xmlns:a16="http://schemas.microsoft.com/office/drawing/2014/main" id="{73EBDE58-D156-46A7-B5ED-6773380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1455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Y51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0" name="s2-y64">
            <a:extLst xmlns:a="http://schemas.openxmlformats.org/drawingml/2006/main">
              <a:ext uri="{FF2B5EF4-FFF2-40B4-BE49-F238E27FC236}">
                <a16:creationId xmlns:a16="http://schemas.microsoft.com/office/drawing/2014/main" id="{587F5242-9680-4A7E-B5C0-9C5C76C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448183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Y64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26" name="s2-experiment-module">
            <a:extLst xmlns:a="http://schemas.openxmlformats.org/drawingml/2006/main">
              <a:ext uri="{FF2B5EF4-FFF2-40B4-BE49-F238E27FC236}">
                <a16:creationId xmlns:a16="http://schemas.microsoft.com/office/drawing/2014/main" id="{0BE6CA80-4661-4ED7-97C0-8197010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81225"/>
            <a:ext cx="32194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新型无泵式沸腾散热</a:t>
            </a:r>
            <a:r>
              <a:rPr sz="3225" b="0">
                <a:solidFill>
                  <a:srgbClr val="111111"/>
                </a:solidFill>
              </a:rPr>
              <a:t>实验模块</a:t>
            </a:r>
            <a:endParaRPr sz="3225" b="0">
              <a:solidFill>
                <a:srgbClr val="111111"/>
              </a:solidFill>
            </a:endParaRPr>
          </a:p>
        </p:txBody>
      </p:sp>
      <p:sp>
        <p:nvSpPr>
          <p:cNvPr id="27" name="s2-air-title">
            <a:extLst xmlns:a="http://schemas.openxmlformats.org/drawingml/2006/main">
              <a:ext uri="{FF2B5EF4-FFF2-40B4-BE49-F238E27FC236}">
                <a16:creationId xmlns:a16="http://schemas.microsoft.com/office/drawing/2014/main" id="{EC947B75-8A2E-4154-ADFD-FEDC0F2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6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  <a:endParaRPr sz="2100" b="0">
              <a:solidFill>
                <a:srgbClr val="111111"/>
              </a:solidFill>
            </a:endParaRPr>
          </a:p>
        </p:txBody>
      </p:sp>
      <p:sp>
        <p:nvSpPr>
          <p:cNvPr id="28" name="s2-fan-left-blade-1">
            <a:extLst xmlns:a="http://schemas.openxmlformats.org/drawingml/2006/main">
              <a:ext uri="{FF2B5EF4-FFF2-40B4-BE49-F238E27FC236}">
                <a16:creationId xmlns:a16="http://schemas.microsoft.com/office/drawing/2014/main" id="{D8AA02A9-D118-4430-9460-3894709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6250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29" name="s2-fan-left-blade-2">
            <a:extLst xmlns:a="http://schemas.openxmlformats.org/drawingml/2006/main">
              <a:ext uri="{FF2B5EF4-FFF2-40B4-BE49-F238E27FC236}">
                <a16:creationId xmlns:a16="http://schemas.microsoft.com/office/drawing/2014/main" id="{DE6E16DA-4F35-4A33-B7AA-A66558CD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498897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0" name="s2-fan-left-blade-3">
            <a:extLst xmlns:a="http://schemas.openxmlformats.org/drawingml/2006/main">
              <a:ext uri="{FF2B5EF4-FFF2-40B4-BE49-F238E27FC236}">
                <a16:creationId xmlns:a16="http://schemas.microsoft.com/office/drawing/2014/main" id="{E0B4FA9D-9EB1-4BAF-969E-963B3E6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490246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1" name="s2-fan-left-blade-4">
            <a:extLst xmlns:a="http://schemas.openxmlformats.org/drawingml/2006/main">
              <a:ext uri="{FF2B5EF4-FFF2-40B4-BE49-F238E27FC236}">
                <a16:creationId xmlns:a16="http://schemas.microsoft.com/office/drawing/2014/main" id="{8DD506BD-D9B1-4B06-B36A-51D465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462253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2" name="s2-fan-left-blade-5">
            <a:extLst xmlns:a="http://schemas.openxmlformats.org/drawingml/2006/main">
              <a:ext uri="{FF2B5EF4-FFF2-40B4-BE49-F238E27FC236}">
                <a16:creationId xmlns:a16="http://schemas.microsoft.com/office/drawing/2014/main" id="{05B58D64-D487-472A-B0C0-86E92EB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453603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3" name="s2-fan-left-hub">
            <a:extLst xmlns:a="http://schemas.openxmlformats.org/drawingml/2006/main">
              <a:ext uri="{FF2B5EF4-FFF2-40B4-BE49-F238E27FC236}">
                <a16:creationId xmlns:a16="http://schemas.microsoft.com/office/drawing/2014/main" id="{5157AE24-A34C-40DA-8DCD-1C208E0B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34" name="s2-fan-right-blade-1">
            <a:extLst xmlns:a="http://schemas.openxmlformats.org/drawingml/2006/main">
              <a:ext uri="{FF2B5EF4-FFF2-40B4-BE49-F238E27FC236}">
                <a16:creationId xmlns:a16="http://schemas.microsoft.com/office/drawing/2014/main" id="{E8D579C7-F7C2-465E-BC3C-6DD6E57D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5315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5" name="s2-fan-right-blade-2">
            <a:extLst xmlns:a="http://schemas.openxmlformats.org/drawingml/2006/main">
              <a:ext uri="{FF2B5EF4-FFF2-40B4-BE49-F238E27FC236}">
                <a16:creationId xmlns:a16="http://schemas.microsoft.com/office/drawing/2014/main" id="{5E589356-CE6D-441D-B3FE-D64722D0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637962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s2-fan-right-blade-3">
            <a:extLst xmlns:a="http://schemas.openxmlformats.org/drawingml/2006/main">
              <a:ext uri="{FF2B5EF4-FFF2-40B4-BE49-F238E27FC236}">
                <a16:creationId xmlns:a16="http://schemas.microsoft.com/office/drawing/2014/main" id="{08745743-557C-4DCD-9575-C0DB6857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629311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s2-fan-right-blade-4">
            <a:extLst xmlns:a="http://schemas.openxmlformats.org/drawingml/2006/main">
              <a:ext uri="{FF2B5EF4-FFF2-40B4-BE49-F238E27FC236}">
                <a16:creationId xmlns:a16="http://schemas.microsoft.com/office/drawing/2014/main" id="{5D0D40C4-D6F0-4EED-9E8C-6488F493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601318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s2-fan-right-blade-5">
            <a:extLst xmlns:a="http://schemas.openxmlformats.org/drawingml/2006/main">
              <a:ext uri="{FF2B5EF4-FFF2-40B4-BE49-F238E27FC236}">
                <a16:creationId xmlns:a16="http://schemas.microsoft.com/office/drawing/2014/main" id="{93091DD9-3AEF-41DF-8CAE-EC666D06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592668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s2-fan-right-hub">
            <a:extLst xmlns:a="http://schemas.openxmlformats.org/drawingml/2006/main">
              <a:ext uri="{FF2B5EF4-FFF2-40B4-BE49-F238E27FC236}">
                <a16:creationId xmlns:a16="http://schemas.microsoft.com/office/drawing/2014/main" id="{CFBBE0DA-C86B-4C25-88BB-798875B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40" name="s2-optical-platform">
            <a:extLst xmlns:a="http://schemas.openxmlformats.org/drawingml/2006/main">
              <a:ext uri="{FF2B5EF4-FFF2-40B4-BE49-F238E27FC236}">
                <a16:creationId xmlns:a16="http://schemas.microsoft.com/office/drawing/2014/main" id="{93B9EC52-1022-4364-AA23-968F4EA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952500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  <a:endParaRPr sz="1950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  <a:endParaRPr sz="1950" b="0">
              <a:solidFill>
                <a:srgbClr val="111111"/>
              </a:solidFill>
            </a:endParaRPr>
          </a:p>
        </p:txBody>
      </p:sp>
      <p:sp>
        <p:nvSpPr>
          <p:cNvPr id="41" name="s2-contact-label">
            <a:extLst xmlns:a="http://schemas.openxmlformats.org/drawingml/2006/main">
              <a:ext uri="{FF2B5EF4-FFF2-40B4-BE49-F238E27FC236}">
                <a16:creationId xmlns:a16="http://schemas.microsoft.com/office/drawing/2014/main" id="{DEF27AAC-F233-40AF-ABE7-087B8C92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10025"/>
            <a:ext cx="866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  <a:endParaRPr sz="1575" b="0">
              <a:solidFill>
                <a:srgbClr val="111111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  <a:endParaRPr sz="1575" b="0">
              <a:solidFill>
                <a:srgbClr val="1111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6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19ea9e3c2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118807-E7E9-4021-B4D6-B418FA00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510" y="522922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18E1AA-90D6-4F7E-8356-2DC71E9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364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8B30C51-EFEF-4E33-8E6B-002E250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65328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B32230-C8C0-440D-8DD8-B480790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49415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3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>
            <a:off x="1751965" y="447040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4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51965" y="472503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5" name="直接箭头连接符 9"/>
          <p:cNvCxnSpPr/>
          <p:nvPr/>
        </p:nvCxnSpPr>
        <p:spPr>
          <a:xfrm xmlns:a="http://schemas.openxmlformats.org/drawingml/2006/main">
            <a:off x="1751965" y="504888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BFB398B-58A8-42C3-8E50-73A01B0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" y="4076700"/>
            <a:ext cx="109664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 T2 T3 T4 T5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7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751965" y="418211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ACBE78-8629-4A9A-972B-1F8CF97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470979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D6EBA32-095D-4B1E-AE9A-9C18438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45091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1"/>
          <p:cNvCxnSpPr/>
          <p:nvPr/>
        </p:nvCxnSpPr>
        <p:spPr>
          <a:xfrm xmlns:a="http://schemas.openxmlformats.org/drawingml/2006/main" rot="0" flipH="1" flipV="0">
            <a:off x="6058535" y="461454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EA9D31-CA80-4598-AB03-155C2D6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481901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3"/>
          <p:cNvCxnSpPr/>
          <p:nvPr/>
        </p:nvCxnSpPr>
        <p:spPr>
          <a:xfrm xmlns:a="http://schemas.openxmlformats.org/drawingml/2006/main" rot="0" flipH="1" flipV="0">
            <a:off x="6058535" y="492442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F334B18-4B8D-47D1-9984-F4B3E10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4204970"/>
            <a:ext cx="71310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 T7 T8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4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0" flipH="1" flipV="0">
            <a:off x="5911215" y="431038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555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7f720b80f4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F88F0EB-5984-40B3-938A-55BC1986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6510" y="2853055"/>
            <a:ext cx="431800" cy="28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7C9232C-348F-40D7-B249-050BAF5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23336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F09D988-1E16-4832-8B61-3A7A0F2D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198882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CFB59DD-AA54-4DFE-9897-25FF473D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227711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C217B6A-43A2-4B14-88EA-65CDE2F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805" y="256540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4" name="直接箭头连接符 7"/>
          <p:cNvCxnSpPr>
            <a:stCxn xmlns:a="http://schemas.openxmlformats.org/drawingml/2006/main" id="2" idx="3"/>
          </p:cNvCxnSpPr>
          <p:nvPr/>
        </p:nvCxnSpPr>
        <p:spPr>
          <a:xfrm xmlns:a="http://schemas.openxmlformats.org/drawingml/2006/main" rot="0" flipH="0" flipV="0">
            <a:off x="1751965" y="2094230"/>
            <a:ext cx="2074545" cy="75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5" name="直接箭头连接符 8"/>
          <p:cNvCxnSpPr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1751965" y="2348865"/>
            <a:ext cx="2074545" cy="6483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6" name="直接箭头连接符 9"/>
          <p:cNvCxnSpPr/>
          <p:nvPr/>
        </p:nvCxnSpPr>
        <p:spPr>
          <a:xfrm xmlns:a="http://schemas.openxmlformats.org/drawingml/2006/main" rot="0" flipH="0" flipV="0">
            <a:off x="1751965" y="2672715"/>
            <a:ext cx="2074545" cy="4686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1357409-E54D-4DE1-82F0-B08C2947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21329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8" name="直接箭头连接符 11"/>
          <p:cNvCxnSpPr/>
          <p:nvPr/>
        </p:nvCxnSpPr>
        <p:spPr>
          <a:xfrm xmlns:a="http://schemas.openxmlformats.org/drawingml/2006/main" rot="0" flipH="1" flipV="0">
            <a:off x="6058535" y="2238375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5C062A4-7F09-4B01-82F4-A0D13237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244284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3"/>
          <p:cNvCxnSpPr/>
          <p:nvPr/>
        </p:nvCxnSpPr>
        <p:spPr>
          <a:xfrm xmlns:a="http://schemas.openxmlformats.org/drawingml/2006/main" rot="0" flipH="1" flipV="0">
            <a:off x="6058535" y="2548255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A026AB-BBD7-4119-B975-4395960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550" y="1700530"/>
            <a:ext cx="154241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T31 T32 T33 T34 T35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5"/>
          <p:cNvCxnSpPr>
            <a:stCxn xmlns:a="http://schemas.openxmlformats.org/drawingml/2006/main" id="15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0" flipV="0">
            <a:off x="1751965" y="1805940"/>
            <a:ext cx="2290445" cy="1047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DA5D260-20CE-43A0-9210-21F42FF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1828800"/>
            <a:ext cx="92837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T36 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4" name="直接箭头连接符 17"/>
          <p:cNvCxnSpPr>
            <a:stCxn xmlns:a="http://schemas.openxmlformats.org/drawingml/2006/main" id="17" idx="1"/>
            <a:endCxn xmlns:a="http://schemas.openxmlformats.org/drawingml/2006/main" id="7" idx="0"/>
          </p:cNvCxnSpPr>
          <p:nvPr/>
        </p:nvCxnSpPr>
        <p:spPr>
          <a:xfrm xmlns:a="http://schemas.openxmlformats.org/drawingml/2006/main" rot="0" flipH="1" flipV="0">
            <a:off x="5911215" y="1934210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111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3b38d8f8443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6A9069-02F9-46C7-A0A2-B770AB43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880" y="40792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8D0EEDF-491E-4635-8D58-3D044471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3967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1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6065520" y="409448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76198A2-B650-4F40-A098-C0BF166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72503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3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flipH="1" flipV="1">
            <a:off x="6065520" y="423799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A954BC4-DFDE-4BBC-A927-4FD97A31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890" y="4077335"/>
            <a:ext cx="85979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T9 T10 T11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5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5918200" y="407924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162AED-6E89-4191-A7A6-2034EE27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895" y="350012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8D494DD-31CC-4AF7-A4D4-7F8684A0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329946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8" name="直接箭头连接符 8"/>
          <p:cNvCxnSpPr/>
          <p:nvPr/>
        </p:nvCxnSpPr>
        <p:spPr>
          <a:xfrm xmlns:a="http://schemas.openxmlformats.org/drawingml/2006/main" rot="0" flipH="1" flipV="0">
            <a:off x="6058535" y="340487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7CCD3C1-648E-469F-AD77-EFE58B26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905" y="360934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4"/>
          <p:cNvCxnSpPr/>
          <p:nvPr/>
        </p:nvCxnSpPr>
        <p:spPr>
          <a:xfrm xmlns:a="http://schemas.openxmlformats.org/drawingml/2006/main" rot="0" flipH="1" flipV="0">
            <a:off x="6058535" y="371475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A3E3B61-2F1C-4B57-9EF2-E7A23A00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6395" y="299529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T12 T13 T14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1" flipV="0">
            <a:off x="5911215" y="310070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83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42d9d6761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AE1EAAA-A580-4391-ABF7-4A8FA6E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70245" y="17157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9C69AD6-5A99-412A-9150-80486797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20332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Q15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1" name="直接箭头连接符 11"/>
          <p:cNvCxnSpPr>
            <a:stCxn xmlns:a="http://schemas.openxmlformats.org/drawingml/2006/main" id="11" idx="1"/>
          </p:cNvCxnSpPr>
          <p:nvPr/>
        </p:nvCxnSpPr>
        <p:spPr>
          <a:xfrm xmlns:a="http://schemas.openxmlformats.org/drawingml/2006/main" rot="0" flipH="1" flipV="1">
            <a:off x="6064885" y="1731010"/>
            <a:ext cx="1944370" cy="4076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5114700-102E-4B30-85EE-B37BE70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2361565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3" name="直接箭头连接符 13"/>
          <p:cNvCxnSpPr>
            <a:stCxn xmlns:a="http://schemas.openxmlformats.org/drawingml/2006/main" id="13" idx="1"/>
          </p:cNvCxnSpPr>
          <p:nvPr/>
        </p:nvCxnSpPr>
        <p:spPr>
          <a:xfrm xmlns:a="http://schemas.openxmlformats.org/drawingml/2006/main" rot="0" flipH="1" flipV="1">
            <a:off x="6064885" y="1874520"/>
            <a:ext cx="1944370" cy="5924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2B7ECC-43EA-4AF0-A2EF-3734C4F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9255" y="1713865"/>
            <a:ext cx="9499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 T41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5" name="直接箭头连接符 17"/>
          <p:cNvCxnSpPr>
            <a:stCxn xmlns:a="http://schemas.openxmlformats.org/drawingml/2006/main" id="17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rot="0" flipH="1" flipV="1">
            <a:off x="5917565" y="1715770"/>
            <a:ext cx="2091690" cy="1035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9CC3B3-CEED-47C7-9A85-3FE1669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3260" y="11366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A1C6492-7732-4919-87B5-8EEDCB7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70" y="93599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8" name="直接箭头连接符 8"/>
          <p:cNvCxnSpPr/>
          <p:nvPr/>
        </p:nvCxnSpPr>
        <p:spPr>
          <a:xfrm xmlns:a="http://schemas.openxmlformats.org/drawingml/2006/main" rot="0" flipH="1" flipV="0">
            <a:off x="6057900" y="1041400"/>
            <a:ext cx="1937385" cy="1104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557742C-1A3E-4E17-A2F1-EC72CBF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2270" y="1245870"/>
            <a:ext cx="51816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Q18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4"/>
          <p:cNvCxnSpPr/>
          <p:nvPr/>
        </p:nvCxnSpPr>
        <p:spPr>
          <a:xfrm xmlns:a="http://schemas.openxmlformats.org/drawingml/2006/main" rot="0" flipH="1" flipV="0">
            <a:off x="6057900" y="1351280"/>
            <a:ext cx="1937385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027B34E-1556-4D7E-B292-41FF4D34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5760" y="631825"/>
            <a:ext cx="883920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T42 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9"/>
          <p:cNvCxnSpPr>
            <a:stCxn xmlns:a="http://schemas.openxmlformats.org/drawingml/2006/main" id="16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rot="0" flipH="1" flipV="0">
            <a:off x="5910580" y="737235"/>
            <a:ext cx="2075180" cy="3994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2306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f7a863c68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B2CAB9E-CC42-4F2F-BC8B-5E4618A6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3B980A-DC5D-4017-A909-B414CAE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EA284F8-5DCC-4B5C-A566-19D7C79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395" y="39287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827F217-8DFC-44EA-8D9C-E8899C8F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635" y="47015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5383E99-856A-4594-BD16-CB3846D7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125" y="41109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6F4A9D0-570D-4487-BB76-6195DA2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51574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T15 T16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8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751965" y="5262880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A3B2197-C627-4D78-854C-217A4EA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90" y="44037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T17 T18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751965" y="4509135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AC9327B-E464-4C5F-BAC0-CEE3D72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755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T19 T20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860800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713FE55-B1A6-4452-BFD4-83B1ABF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T21 T22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4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6518275" y="470154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EBCABDB-36AD-45F6-9DC9-33E07DFA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39731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T23 T24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6" name="直接箭头连接符 21"/>
          <p:cNvCxnSpPr/>
          <p:nvPr/>
        </p:nvCxnSpPr>
        <p:spPr>
          <a:xfrm xmlns:a="http://schemas.openxmlformats.org/drawingml/2006/main" flipH="1">
            <a:off x="6490335" y="41109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596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2c616207246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3D8A98A-999D-43CF-842A-BCDB39C8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82595" y="2886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E18DD9F-C16B-4C88-878B-DB92DC80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8670" y="21761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049C93-D035-488D-8FEB-28A9D987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6365" y="151384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D3EF11-8DE7-436D-94C9-DE09117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7605" y="22866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029F6B7-F60F-495D-AE04-69376701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1095" y="169608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A7F727-EDCE-46E3-B833-5760FA4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7760" y="274256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T35 T36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8" name="直接箭头连接符 17"/>
          <p:cNvCxnSpPr>
            <a:stCxn xmlns:a="http://schemas.openxmlformats.org/drawingml/2006/main" id="17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rot="0" flipH="0" flipV="0">
            <a:off x="1765935" y="2847975"/>
            <a:ext cx="1216660" cy="1543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ED053D2-712F-418C-BF3A-0D0BDE1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7760" y="19888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T37 T38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0" name="直接箭头连接符 13"/>
          <p:cNvCxnSpPr>
            <a:stCxn xmlns:a="http://schemas.openxmlformats.org/drawingml/2006/main" id="1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rot="0" flipH="0" flipV="0">
            <a:off x="1765935" y="2094230"/>
            <a:ext cx="1562735" cy="198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0654126-A400-447C-9660-7D3AD2C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3790" y="13404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T39 T40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2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rot="0" flipH="0" flipV="0">
            <a:off x="1751965" y="1445895"/>
            <a:ext cx="914400" cy="184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F80F0F-4C1E-4CD5-98FE-F9588906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730" y="21666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T41 T42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4" name="直接箭头连接符 19"/>
          <p:cNvCxnSpPr>
            <a:endCxn xmlns:a="http://schemas.openxmlformats.org/drawingml/2006/main" id="8" idx="3"/>
          </p:cNvCxnSpPr>
          <p:nvPr/>
        </p:nvCxnSpPr>
        <p:spPr>
          <a:xfrm xmlns:a="http://schemas.openxmlformats.org/drawingml/2006/main" rot="0" flipH="1" flipV="0">
            <a:off x="6532245" y="228663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CC5132-346E-42CF-8084-8818D2D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2730" y="15582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T43 T44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56" name="直接箭头连接符 21"/>
          <p:cNvCxnSpPr/>
          <p:nvPr/>
        </p:nvCxnSpPr>
        <p:spPr>
          <a:xfrm xmlns:a="http://schemas.openxmlformats.org/drawingml/2006/main" rot="0" flipH="1" flipV="0">
            <a:off x="6504305" y="1696085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20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22fb78e1147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C2C841-68BE-4DC9-8E5F-8172B05E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265" y="37890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1758CAE-D148-42D0-BB85-F1AA7BDE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545" y="530098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AEE1A4D-21EE-42DE-A06A-C84C496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20" y="34290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T29 T30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9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7995" y="3534410"/>
            <a:ext cx="2160270" cy="3708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68B30C-DFB8-43AD-88FC-D54BA8BB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760" y="4581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T27 T28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1" name="直接箭头连接符 19"/>
          <p:cNvCxnSpPr>
            <a:stCxn xmlns:a="http://schemas.openxmlformats.org/drawingml/2006/main" id="1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909185" y="4686935"/>
            <a:ext cx="2949575" cy="73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B04427-524B-466C-AF83-79A7D01D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5065" y="350139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D970916-350D-40AD-A9CC-9AC68A1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36359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T25 T26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44" name="直接箭头连接符 21"/>
          <p:cNvCxnSpPr/>
          <p:nvPr/>
        </p:nvCxnSpPr>
        <p:spPr>
          <a:xfrm xmlns:a="http://schemas.openxmlformats.org/drawingml/2006/main" rot="0" flipH="1" flipV="0">
            <a:off x="6518275" y="3501390"/>
            <a:ext cx="1340485" cy="1162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9273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3e50abf2e48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190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A548FE-05FB-4727-B6F7-7A21B9AA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409439-6C6D-4F90-8C7C-2E9BB544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78904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78" name="直接箭头连接符 15"/>
          <p:cNvCxnSpPr>
            <a:stCxn xmlns:a="http://schemas.openxmlformats.org/drawingml/2006/main" id="1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71980" y="389445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530C4B-1EC3-4D57-9713-B2D63A7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37560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1AFA240-46F1-4CE2-BD10-990A955D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805" y="346773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1" name="直接箭头连接符 9"/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871980" y="357314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5EF98C-771C-49A2-BC6E-9C305AF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73990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7C99604-BCC3-4E18-9EFE-2C88C77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45161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T63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4" name="直接箭头连接符 12"/>
          <p:cNvCxnSpPr>
            <a:stCxn xmlns:a="http://schemas.openxmlformats.org/drawingml/2006/main" id="12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01190" y="1557020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220EF16-D12B-4F84-B680-FA2BA1F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144081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B7C0EE9-9EE4-4474-95F0-13CA20D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115252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T64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87" name="直接箭头连接符 17"/>
          <p:cNvCxnSpPr>
            <a:stCxn xmlns:a="http://schemas.openxmlformats.org/drawingml/2006/main" id="1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01190" y="125793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22194B5-72BE-4A63-BED7-7F9E444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74764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F7F2C18-E39E-482F-A4C2-CDF5C5C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177292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T65 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0" name="直接箭头连接符 25"/>
          <p:cNvCxnSpPr>
            <a:stCxn xmlns:a="http://schemas.openxmlformats.org/drawingml/2006/main" id="25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499100" y="187833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9652B65-88EC-4884-B8DA-89AEEFA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276987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F889292-9940-49FE-8BE6-07493B5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2260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T66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3" name="直接箭头连接符 28"/>
          <p:cNvCxnSpPr>
            <a:st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5986145" y="236601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B0B926A-1842-4C21-811B-A7D6DE2E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514032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9EDED99-7C05-41A8-9604-0B56EB57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16560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T67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6" name="直接箭头连接符 31"/>
          <p:cNvCxnSpPr>
            <a:stCxn xmlns:a="http://schemas.openxmlformats.org/drawingml/2006/main" id="31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499100" y="4271010"/>
            <a:ext cx="1927225" cy="98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55D9E11-233E-45DA-837D-1960423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8650" y="516255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E8838A4-BCE1-4B01-9478-326C6662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325" y="465328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T68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99" name="直接箭头连接符 34"/>
          <p:cNvCxnSpPr>
            <a:st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5986145" y="4758690"/>
            <a:ext cx="1440180" cy="4870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CFC77FD-642E-4EF5-BDDE-45B8E78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285" y="27590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E73257A-EEBF-4E9C-9BF7-72A64A2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2470785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T69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02" name="直接箭头连接符 37"/>
          <p:cNvCxnSpPr>
            <a:stCxn xmlns:a="http://schemas.openxmlformats.org/drawingml/2006/main" id="37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901190" y="2576195"/>
            <a:ext cx="1522095" cy="2990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71D6DCB-1FCF-4102-9BF9-1B7DA2A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065" y="141287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BC93E66B-0B26-4503-A01D-3D883602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" y="67056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T70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05" name="直接箭头连接符 40"/>
          <p:cNvCxnSpPr>
            <a:stCxn xmlns:a="http://schemas.openxmlformats.org/drawingml/2006/main" id="40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901190" y="775970"/>
            <a:ext cx="2428875" cy="7531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1976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9249f4886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0"/>
            <a:ext cx="572071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AC897AA-7B4A-41EB-B047-BA18055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6465" y="4728210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D0A5A18-A000-4B2D-A90D-E261B65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7430" y="431927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T72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5" name="直接箭头连接符 15"/>
          <p:cNvCxnSpPr>
            <a:stCxn xmlns:a="http://schemas.openxmlformats.org/drawingml/2006/main" id="15" idx="3"/>
          </p:cNvCxnSpPr>
          <p:nvPr/>
        </p:nvCxnSpPr>
        <p:spPr>
          <a:xfrm xmlns:a="http://schemas.openxmlformats.org/drawingml/2006/main" rot="0" flipH="0" flipV="0">
            <a:off x="1665605" y="4424680"/>
            <a:ext cx="1800860" cy="419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3BD0D8-BB11-4582-84E4-A4EEED8D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580" y="4077335"/>
            <a:ext cx="294640" cy="23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FF0000"/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B7EDFB3-3BCF-4FB7-87C8-607C6F1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4615" y="3501390"/>
            <a:ext cx="638175" cy="21018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T71</a:t>
            </a:r>
            <a:endParaRPr sz="1000"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8" name="直接箭头连接符 21"/>
          <p:cNvCxnSpPr>
            <a:st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701790" y="3606800"/>
            <a:ext cx="1012825" cy="5867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919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c338178fb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7058819-9F83-4634-9069-AAC0186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40" y="548640"/>
            <a:ext cx="49460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5C762441-E6CD-4F3C-83FC-C863370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7BEA31E-FD73-4570-B82E-4AB6DB39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337837B-85FA-4CAC-8942-C7FB691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2B6C5A-6422-48D1-B9F1-20E3CF64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71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2DFC3B8-62C2-437B-9221-8560028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900" y="542099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2C82BDE5-BF30-4949-A16D-5FA53A20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7438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7641992C-AC93-4041-9695-79C78E5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33135" y="18923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75" name="直接箭头连接符 23"/>
          <p:cNvCxnSpPr/>
          <p:nvPr/>
        </p:nvCxnSpPr>
        <p:spPr>
          <a:xfrm xmlns:a="http://schemas.openxmlformats.org/drawingml/2006/main">
            <a:off x="6063615" y="6093460"/>
            <a:ext cx="98933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6" name="直接箭头连接符 24"/>
          <p:cNvCxnSpPr/>
          <p:nvPr/>
        </p:nvCxnSpPr>
        <p:spPr>
          <a:xfrm xmlns:a="http://schemas.openxmlformats.org/drawingml/2006/main">
            <a:off x="5890895" y="6381115"/>
            <a:ext cx="1148715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C74E8FFA-EC2B-4FB9-9244-FF333B0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4385" y="580517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99.3mm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9FDB8820-6553-4A80-BA6B-33941F04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0245" y="609346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115.3mm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C865EC80-C5FE-4846-8318-4A00884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72503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82D5A86C-35D4-44C3-BC2C-1E6F71CD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4110990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9276481A-5765-46D8-A218-6373E0D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3500755"/>
            <a:ext cx="155067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E404DBA7-BE8D-4920-A996-6B24A65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28485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288.7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DE3ED9EA-6C0D-42F0-81F5-8168EDB1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389699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348.7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CEC8E7C0-0371-46E4-A564-AFE8765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4430" y="4509135"/>
            <a:ext cx="1318895" cy="27559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0000"/>
            </a:schemeClr>
          </a:solidFill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距后</a:t>
            </a:r>
            <a:r>
              <a:rPr sz="1200" b="1">
                <a:solidFill>
                  <a:srgbClr val="FF0000"/>
                </a:solidFill>
              </a:rPr>
              <a:t>408.7</a:t>
            </a:r>
            <a:r>
              <a:rPr sz="1200" b="1">
                <a:solidFill>
                  <a:srgbClr val="FF0000"/>
                </a:solidFill>
              </a:rPr>
              <a:t>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85" name="直接箭头连接符 36"/>
          <p:cNvCxnSpPr/>
          <p:nvPr/>
        </p:nvCxnSpPr>
        <p:spPr>
          <a:xfrm xmlns:a="http://schemas.openxmlformats.org/drawingml/2006/main" flipH="1">
            <a:off x="6851015" y="34182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6" name="直接箭头连接符 37"/>
          <p:cNvCxnSpPr/>
          <p:nvPr/>
        </p:nvCxnSpPr>
        <p:spPr>
          <a:xfrm xmlns:a="http://schemas.openxmlformats.org/drawingml/2006/main" flipH="1">
            <a:off x="6851015" y="4027805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7" name="直接箭头连接符 38"/>
          <p:cNvCxnSpPr/>
          <p:nvPr/>
        </p:nvCxnSpPr>
        <p:spPr>
          <a:xfrm xmlns:a="http://schemas.openxmlformats.org/drawingml/2006/main" flipH="1">
            <a:off x="6851015" y="4653280"/>
            <a:ext cx="653415" cy="831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0000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752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49ec56a0649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5655" y="0"/>
            <a:ext cx="539369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AA3C4C3-3B68-4C8B-95EA-F3E55CA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548640"/>
            <a:ext cx="657098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85E478E0-93FC-4091-9436-C7A0199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66280" y="188595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5367CBD-F371-4D9A-8935-9036562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670" y="11684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右侧板边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0A6368F-28CA-4745-951F-0D63D34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621030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SPU</a:t>
            </a:r>
            <a:r>
              <a:rPr sz="1200" b="1">
                <a:solidFill>
                  <a:srgbClr val="FF0000"/>
                </a:solidFill>
              </a:rPr>
              <a:t>后盖板边</a:t>
            </a:r>
            <a:r>
              <a:rPr sz="1200" b="1">
                <a:solidFill>
                  <a:srgbClr val="FF0000"/>
                </a:solidFill>
              </a:rPr>
              <a:t>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2672DA9-A252-4F1E-B1D1-9E13FBF9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53760" y="187960"/>
            <a:ext cx="16510" cy="62661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cxnSp>
        <p:nvCxnSpPr>
          <p:cNvPr id="31" name="直接箭头连接符 11"/>
          <p:cNvCxnSpPr/>
          <p:nvPr/>
        </p:nvCxnSpPr>
        <p:spPr>
          <a:xfrm xmlns:a="http://schemas.openxmlformats.org/drawingml/2006/main">
            <a:off x="5975985" y="571309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D27832B-9A05-4F7E-91C3-21E2BCA0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70" y="544512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107.3mm</a:t>
            </a:r>
            <a:endParaRPr sz="1200" b="1">
              <a:solidFill>
                <a:srgbClr val="FF0000"/>
              </a:solidFill>
            </a:endParaRPr>
          </a:p>
        </p:txBody>
      </p:sp>
      <p:pic>
        <p:nvPicPr>
          <p:cNvPr id="3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b70570f284153">
            <a:alphaModFix amt="77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4530" y="-9525"/>
            <a:ext cx="9153525" cy="75164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01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9dcb0cf05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235710"/>
            <a:ext cx="9525000" cy="4386580"/>
          </a:xfrm>
          <a:prstGeom xmlns:a="http://schemas.openxmlformats.org/drawingml/2006/main" prst="rect">
            <a:avLst/>
          </a:prstGeom>
        </p:spPr>
      </p:pic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A42B694-8872-4D58-A86A-257781F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780" y="1772920"/>
            <a:ext cx="690054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9D16C968-F6D0-44AD-A229-1D70921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17290"/>
            <a:ext cx="695261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FF0000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1BA65F7-6A9F-4666-A262-77CF9D4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6960" y="1412875"/>
            <a:ext cx="172021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</a:pPr>
            <a:r>
              <a:rPr sz="1200" b="1">
                <a:solidFill>
                  <a:srgbClr val="FF0000"/>
                </a:solidFill>
              </a:rPr>
              <a:t>SPU 背部顶板外侧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9A13FDB-9D3A-4B23-89EC-15F0AF7A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1857375"/>
            <a:ext cx="150876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0000"/>
                </a:solidFill>
              </a:rPr>
              <a:t>145mm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27" name="直接箭头连接符 11"/>
          <p:cNvCxnSpPr/>
          <p:nvPr/>
        </p:nvCxnSpPr>
        <p:spPr>
          <a:xfrm xmlns:a="http://schemas.openxmlformats.org/drawingml/2006/main">
            <a:off x="7715250" y="1844675"/>
            <a:ext cx="0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FF0000"/>
            </a:solidFill>
            <a:headEnd type="arrow"/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778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left-bus">
            <a:extLst xmlns:a="http://schemas.openxmlformats.org/drawingml/2006/main">
              <a:ext uri="{FF2B5EF4-FFF2-40B4-BE49-F238E27FC236}">
                <a16:creationId xmlns:a16="http://schemas.microsoft.com/office/drawing/2014/main" id="{9349667B-A9BC-4A33-A2D5-D7EE891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42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" name="top-pool-bus">
            <a:extLst xmlns:a="http://schemas.openxmlformats.org/drawingml/2006/main">
              <a:ext uri="{FF2B5EF4-FFF2-40B4-BE49-F238E27FC236}">
                <a16:creationId xmlns:a16="http://schemas.microsoft.com/office/drawing/2014/main" id="{1604847A-C7AB-4E68-8CE0-9718010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" name="top-measure-bus">
            <a:extLst xmlns:a="http://schemas.openxmlformats.org/drawingml/2006/main">
              <a:ext uri="{FF2B5EF4-FFF2-40B4-BE49-F238E27FC236}">
                <a16:creationId xmlns:a16="http://schemas.microsoft.com/office/drawing/2014/main" id="{ADB58537-28B8-4C52-8BE8-EF241DF2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42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group-left-down">
            <a:extLst xmlns:a="http://schemas.openxmlformats.org/drawingml/2006/main">
              <a:ext uri="{FF2B5EF4-FFF2-40B4-BE49-F238E27FC236}">
                <a16:creationId xmlns:a16="http://schemas.microsoft.com/office/drawing/2014/main" id="{95739C64-56FD-4412-87C3-1064D0A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group-pool-down">
            <a:extLst xmlns:a="http://schemas.openxmlformats.org/drawingml/2006/main">
              <a:ext uri="{FF2B5EF4-FFF2-40B4-BE49-F238E27FC236}">
                <a16:creationId xmlns:a16="http://schemas.microsoft.com/office/drawing/2014/main" id="{29D06A8F-763E-46AC-9711-319AF8E9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24075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measure-down">
            <a:extLst xmlns:a="http://schemas.openxmlformats.org/drawingml/2006/main">
              <a:ext uri="{FF2B5EF4-FFF2-40B4-BE49-F238E27FC236}">
                <a16:creationId xmlns:a16="http://schemas.microsoft.com/office/drawing/2014/main" id="{36BC9D64-822D-43B1-9FA9-B962EEE0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240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large-flow-bottom">
            <a:extLst xmlns:a="http://schemas.openxmlformats.org/drawingml/2006/main">
              <a:ext uri="{FF2B5EF4-FFF2-40B4-BE49-F238E27FC236}">
                <a16:creationId xmlns:a16="http://schemas.microsoft.com/office/drawing/2014/main" id="{12B45ABF-B16C-412E-9E07-1E493CA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cooling-bottom">
            <a:extLst xmlns:a="http://schemas.openxmlformats.org/drawingml/2006/main">
              <a:ext uri="{FF2B5EF4-FFF2-40B4-BE49-F238E27FC236}">
                <a16:creationId xmlns:a16="http://schemas.microsoft.com/office/drawing/2014/main" id="{87C7F37F-3A0D-4DC8-B6B9-D626692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small-flow-bottom">
            <a:extLst xmlns:a="http://schemas.openxmlformats.org/drawingml/2006/main">
              <a:ext uri="{FF2B5EF4-FFF2-40B4-BE49-F238E27FC236}">
                <a16:creationId xmlns:a16="http://schemas.microsoft.com/office/drawing/2014/main" id="{63CB994A-B87D-45D8-B889-DE55639D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micro-ccd-bottom">
            <a:extLst xmlns:a="http://schemas.openxmlformats.org/drawingml/2006/main">
              <a:ext uri="{FF2B5EF4-FFF2-40B4-BE49-F238E27FC236}">
                <a16:creationId xmlns:a16="http://schemas.microsoft.com/office/drawing/2014/main" id="{8B8B237D-DE6D-47CB-A064-95E01BF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fast-ccd-bottom">
            <a:extLst xmlns:a="http://schemas.openxmlformats.org/drawingml/2006/main">
              <a:ext uri="{FF2B5EF4-FFF2-40B4-BE49-F238E27FC236}">
                <a16:creationId xmlns:a16="http://schemas.microsoft.com/office/drawing/2014/main" id="{1708E623-FC4B-4063-9D60-8DC5C860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main-bottom">
            <a:extLst xmlns:a="http://schemas.openxmlformats.org/drawingml/2006/main">
              <a:ext uri="{FF2B5EF4-FFF2-40B4-BE49-F238E27FC236}">
                <a16:creationId xmlns:a16="http://schemas.microsoft.com/office/drawing/2014/main" id="{1D79A8BF-51C7-43AA-A3E8-E286D67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81625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" name="fan-bottom">
            <a:extLst xmlns:a="http://schemas.openxmlformats.org/drawingml/2006/main">
              <a:ext uri="{FF2B5EF4-FFF2-40B4-BE49-F238E27FC236}">
                <a16:creationId xmlns:a16="http://schemas.microsoft.com/office/drawing/2014/main" id="{5E4895C2-9F29-49BC-8CA5-0147F0B8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767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large-flow-up">
            <a:extLst xmlns:a="http://schemas.openxmlformats.org/drawingml/2006/main">
              <a:ext uri="{FF2B5EF4-FFF2-40B4-BE49-F238E27FC236}">
                <a16:creationId xmlns:a16="http://schemas.microsoft.com/office/drawing/2014/main" id="{2BA3ED11-B33D-4F3A-8DE0-ED0523B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5" name="large-flow-arrow">
            <a:extLst xmlns:a="http://schemas.openxmlformats.org/drawingml/2006/main">
              <a:ext uri="{FF2B5EF4-FFF2-40B4-BE49-F238E27FC236}">
                <a16:creationId xmlns:a16="http://schemas.microsoft.com/office/drawing/2014/main" id="{B6D3EAB1-7095-44C0-8FD2-207A729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cooling-up">
            <a:extLst xmlns:a="http://schemas.openxmlformats.org/drawingml/2006/main">
              <a:ext uri="{FF2B5EF4-FFF2-40B4-BE49-F238E27FC236}">
                <a16:creationId xmlns:a16="http://schemas.microsoft.com/office/drawing/2014/main" id="{5F627FB2-27B8-47AA-A7BB-A447AA4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cooling-arrow">
            <a:extLst xmlns:a="http://schemas.openxmlformats.org/drawingml/2006/main">
              <a:ext uri="{FF2B5EF4-FFF2-40B4-BE49-F238E27FC236}">
                <a16:creationId xmlns:a16="http://schemas.microsoft.com/office/drawing/2014/main" id="{C43CFFD7-FDC8-445A-9C69-6B72822D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small-flow-up">
            <a:extLst xmlns:a="http://schemas.openxmlformats.org/drawingml/2006/main">
              <a:ext uri="{FF2B5EF4-FFF2-40B4-BE49-F238E27FC236}">
                <a16:creationId xmlns:a16="http://schemas.microsoft.com/office/drawing/2014/main" id="{6E4538F5-5086-4BFA-B4F8-D0C2195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small-flow-arrow">
            <a:extLst xmlns:a="http://schemas.openxmlformats.org/drawingml/2006/main">
              <a:ext uri="{FF2B5EF4-FFF2-40B4-BE49-F238E27FC236}">
                <a16:creationId xmlns:a16="http://schemas.microsoft.com/office/drawing/2014/main" id="{7789B8B3-75DB-44F8-A45E-51D19F2D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fan-up">
            <a:extLst xmlns:a="http://schemas.openxmlformats.org/drawingml/2006/main">
              <a:ext uri="{FF2B5EF4-FFF2-40B4-BE49-F238E27FC236}">
                <a16:creationId xmlns:a16="http://schemas.microsoft.com/office/drawing/2014/main" id="{493F5CCE-C2CE-4333-A89F-B5DECBC2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194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fan-arrow">
            <a:extLst xmlns:a="http://schemas.openxmlformats.org/drawingml/2006/main">
              <a:ext uri="{FF2B5EF4-FFF2-40B4-BE49-F238E27FC236}">
                <a16:creationId xmlns:a16="http://schemas.microsoft.com/office/drawing/2014/main" id="{91DF3464-6687-4614-B108-5064FB9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0955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ool-hv-link">
            <a:extLst xmlns:a="http://schemas.openxmlformats.org/drawingml/2006/main">
              <a:ext uri="{FF2B5EF4-FFF2-40B4-BE49-F238E27FC236}">
                <a16:creationId xmlns:a16="http://schemas.microsoft.com/office/drawing/2014/main" id="{E8E517EE-69D8-4EBC-A5A8-EB97D40D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504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3" name="pool-hv-left">
            <a:extLst xmlns:a="http://schemas.openxmlformats.org/drawingml/2006/main">
              <a:ext uri="{FF2B5EF4-FFF2-40B4-BE49-F238E27FC236}">
                <a16:creationId xmlns:a16="http://schemas.microsoft.com/office/drawing/2014/main" id="{05A5B823-A292-4FC8-9186-4C0F591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pool-hv-right">
            <a:extLst xmlns:a="http://schemas.openxmlformats.org/drawingml/2006/main">
              <a:ext uri="{FF2B5EF4-FFF2-40B4-BE49-F238E27FC236}">
                <a16:creationId xmlns:a16="http://schemas.microsoft.com/office/drawing/2014/main" id="{6B345B2B-9621-4765-B574-4CF5B09E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hv-secondary-link">
            <a:extLst xmlns:a="http://schemas.openxmlformats.org/drawingml/2006/main">
              <a:ext uri="{FF2B5EF4-FFF2-40B4-BE49-F238E27FC236}">
                <a16:creationId xmlns:a16="http://schemas.microsoft.com/office/drawing/2014/main" id="{5586EDB5-B3EB-45BF-B9C1-3B7517E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6" name="hv-secondary-left">
            <a:extLst xmlns:a="http://schemas.openxmlformats.org/drawingml/2006/main">
              <a:ext uri="{FF2B5EF4-FFF2-40B4-BE49-F238E27FC236}">
                <a16:creationId xmlns:a16="http://schemas.microsoft.com/office/drawing/2014/main" id="{D66F044A-58BE-40D7-842F-AD9A3233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47825"/>
            <a:ext cx="2286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hv-secondary-right">
            <a:extLst xmlns:a="http://schemas.openxmlformats.org/drawingml/2006/main">
              <a:ext uri="{FF2B5EF4-FFF2-40B4-BE49-F238E27FC236}">
                <a16:creationId xmlns:a16="http://schemas.microsoft.com/office/drawing/2014/main" id="{FE747C99-4B4C-4E7D-A0D9-13914BF0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4782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secondary-sensor-stem">
            <a:extLst xmlns:a="http://schemas.openxmlformats.org/drawingml/2006/main">
              <a:ext uri="{FF2B5EF4-FFF2-40B4-BE49-F238E27FC236}">
                <a16:creationId xmlns:a16="http://schemas.microsoft.com/office/drawing/2014/main" id="{5A29CE62-01D0-4213-82C6-AA8D2AF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70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9" name="sensor-valve-branch">
            <a:extLst xmlns:a="http://schemas.openxmlformats.org/drawingml/2006/main">
              <a:ext uri="{FF2B5EF4-FFF2-40B4-BE49-F238E27FC236}">
                <a16:creationId xmlns:a16="http://schemas.microsoft.com/office/drawing/2014/main" id="{49627103-6D71-4B15-85AC-17E3705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sensor-down">
            <a:extLst xmlns:a="http://schemas.openxmlformats.org/drawingml/2006/main">
              <a:ext uri="{FF2B5EF4-FFF2-40B4-BE49-F238E27FC236}">
                <a16:creationId xmlns:a16="http://schemas.microsoft.com/office/drawing/2014/main" id="{7C8B5C69-09C0-4E11-B095-6452438F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valve-down">
            <a:extLst xmlns:a="http://schemas.openxmlformats.org/drawingml/2006/main">
              <a:ext uri="{FF2B5EF4-FFF2-40B4-BE49-F238E27FC236}">
                <a16:creationId xmlns:a16="http://schemas.microsoft.com/office/drawing/2014/main" id="{56126476-110C-47F2-AC6A-77BEB8F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2095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secondary-main-left">
            <a:extLst xmlns:a="http://schemas.openxmlformats.org/drawingml/2006/main">
              <a:ext uri="{FF2B5EF4-FFF2-40B4-BE49-F238E27FC236}">
                <a16:creationId xmlns:a16="http://schemas.microsoft.com/office/drawing/2014/main" id="{8EFA00CA-7253-4A6A-909A-F44609EB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3" name="secondary-main-vertical">
            <a:extLst xmlns:a="http://schemas.openxmlformats.org/drawingml/2006/main">
              <a:ext uri="{FF2B5EF4-FFF2-40B4-BE49-F238E27FC236}">
                <a16:creationId xmlns:a16="http://schemas.microsoft.com/office/drawing/2014/main" id="{DDCF5E3C-C473-48BF-8A48-20E10C69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24150"/>
            <a:ext cx="0" cy="224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secondary-main-right">
            <a:extLst xmlns:a="http://schemas.openxmlformats.org/drawingml/2006/main">
              <a:ext uri="{FF2B5EF4-FFF2-40B4-BE49-F238E27FC236}">
                <a16:creationId xmlns:a16="http://schemas.microsoft.com/office/drawing/2014/main" id="{6D520EC5-26C6-4CC1-A2AB-0FB67B5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72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5" name="main-right">
            <a:extLst xmlns:a="http://schemas.openxmlformats.org/drawingml/2006/main">
              <a:ext uri="{FF2B5EF4-FFF2-40B4-BE49-F238E27FC236}">
                <a16:creationId xmlns:a16="http://schemas.microsoft.com/office/drawing/2014/main" id="{DA26B60A-A30B-49C8-8339-DB2276A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8672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project-header">
            <a:extLst xmlns:a="http://schemas.openxmlformats.org/drawingml/2006/main">
              <a:ext uri="{FF2B5EF4-FFF2-40B4-BE49-F238E27FC236}">
                <a16:creationId xmlns:a16="http://schemas.microsoft.com/office/drawing/2014/main" id="{29ED7C03-436A-41FE-90F9-866CD587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71450"/>
            <a:ext cx="929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实验项目模块</a:t>
            </a:r>
          </a:p>
        </p:txBody>
      </p:sp>
      <p:sp>
        <p:nvSpPr>
          <p:cNvPr id="37" name="common-footer">
            <a:extLst xmlns:a="http://schemas.openxmlformats.org/drawingml/2006/main">
              <a:ext uri="{FF2B5EF4-FFF2-40B4-BE49-F238E27FC236}">
                <a16:creationId xmlns:a16="http://schemas.microsoft.com/office/drawing/2014/main" id="{55D2C333-CD79-49AF-B98C-F0BCB220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191250"/>
            <a:ext cx="929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11111"/>
                </a:solidFill>
              </a:defRPr>
            </a:pPr>
            <a:r>
              <a:rPr sz="1800">
                <a:solidFill>
                  <a:srgbClr val="111111"/>
                </a:solidFill>
              </a:rPr>
              <a:t>两相柜公共模块</a:t>
            </a:r>
          </a:p>
        </p:txBody>
      </p:sp>
      <p:sp>
        <p:nvSpPr>
          <p:cNvPr id="38" name="experiment-unit-group">
            <a:extLst xmlns:a="http://schemas.openxmlformats.org/drawingml/2006/main">
              <a:ext uri="{FF2B5EF4-FFF2-40B4-BE49-F238E27FC236}">
                <a16:creationId xmlns:a16="http://schemas.microsoft.com/office/drawing/2014/main" id="{6F4944FC-CF84-4602-923F-FD2476C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38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39" name="flow-boiling-unit">
            <a:extLst xmlns:a="http://schemas.openxmlformats.org/drawingml/2006/main">
              <a:ext uri="{FF2B5EF4-FFF2-40B4-BE49-F238E27FC236}">
                <a16:creationId xmlns:a16="http://schemas.microsoft.com/office/drawing/2014/main" id="{6F8206AD-4C52-41F3-AF8D-58E5B9E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285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沸腾实验单元</a:t>
            </a:r>
          </a:p>
        </p:txBody>
      </p:sp>
      <p:sp>
        <p:nvSpPr>
          <p:cNvPr id="40" name="pool-boiling-unit">
            <a:extLst xmlns:a="http://schemas.openxmlformats.org/drawingml/2006/main">
              <a:ext uri="{FF2B5EF4-FFF2-40B4-BE49-F238E27FC236}">
                <a16:creationId xmlns:a16="http://schemas.microsoft.com/office/drawing/2014/main" id="{7F4C15D4-F827-4B72-BE91-5A9F2C9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实验单元</a:t>
            </a:r>
          </a:p>
        </p:txBody>
      </p:sp>
      <p:sp>
        <p:nvSpPr>
          <p:cNvPr id="41" name="flow-boiling-device">
            <a:extLst xmlns:a="http://schemas.openxmlformats.org/drawingml/2006/main">
              <a:ext uri="{FF2B5EF4-FFF2-40B4-BE49-F238E27FC236}">
                <a16:creationId xmlns:a16="http://schemas.microsoft.com/office/drawing/2014/main" id="{39A92FE1-C126-4162-A0AE-24E63DD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沸腾实验装置</a:t>
            </a:r>
          </a:p>
        </p:txBody>
      </p:sp>
      <p:sp>
        <p:nvSpPr>
          <p:cNvPr id="42" name="flow-heat-device">
            <a:extLst xmlns:a="http://schemas.openxmlformats.org/drawingml/2006/main">
              <a:ext uri="{FF2B5EF4-FFF2-40B4-BE49-F238E27FC236}">
                <a16:creationId xmlns:a16="http://schemas.microsoft.com/office/drawing/2014/main" id="{054B0E3B-8CB2-4329-87AB-1640CC8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流动/射流复合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沸腾散热装置</a:t>
            </a:r>
          </a:p>
        </p:txBody>
      </p:sp>
      <p:sp>
        <p:nvSpPr>
          <p:cNvPr id="43" name="pool-device">
            <a:extLst xmlns:a="http://schemas.openxmlformats.org/drawingml/2006/main">
              <a:ext uri="{FF2B5EF4-FFF2-40B4-BE49-F238E27FC236}">
                <a16:creationId xmlns:a16="http://schemas.microsoft.com/office/drawing/2014/main" id="{5D56487A-C0A1-4B76-9D9F-0AD1B0B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实验装置</a:t>
            </a:r>
          </a:p>
        </p:txBody>
      </p:sp>
      <p:sp>
        <p:nvSpPr>
          <p:cNvPr id="44" name="pool-heat-device">
            <a:extLst xmlns:a="http://schemas.openxmlformats.org/drawingml/2006/main">
              <a:ext uri="{FF2B5EF4-FFF2-40B4-BE49-F238E27FC236}">
                <a16:creationId xmlns:a16="http://schemas.microsoft.com/office/drawing/2014/main" id="{21111FCF-C629-499B-9C0F-4438B47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1937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池沸腾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散热装置</a:t>
            </a:r>
          </a:p>
        </p:txBody>
      </p:sp>
      <p:sp>
        <p:nvSpPr>
          <p:cNvPr id="45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E11103AA-9D82-43CD-89BF-47BC0F79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大流量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46" name="cooling-device">
            <a:extLst xmlns:a="http://schemas.openxmlformats.org/drawingml/2006/main">
              <a:ext uri="{FF2B5EF4-FFF2-40B4-BE49-F238E27FC236}">
                <a16:creationId xmlns:a16="http://schemas.microsoft.com/office/drawing/2014/main" id="{8595548A-E949-415E-A08E-9FC9F1E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大流量供液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冷却装置</a:t>
            </a:r>
          </a:p>
        </p:txBody>
      </p:sp>
      <p:sp>
        <p:nvSpPr>
          <p:cNvPr id="47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1E4EC5AD-5A6A-4879-97A3-EFA117AC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781425"/>
            <a:ext cx="12573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小流量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48" name="micro-ccd">
            <a:extLst xmlns:a="http://schemas.openxmlformats.org/drawingml/2006/main">
              <a:ext uri="{FF2B5EF4-FFF2-40B4-BE49-F238E27FC236}">
                <a16:creationId xmlns:a16="http://schemas.microsoft.com/office/drawing/2014/main" id="{1E3D00ED-CCCA-4C57-9E8D-703ADD0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细观CCD</a:t>
            </a:r>
          </a:p>
        </p:txBody>
      </p:sp>
      <p:sp>
        <p:nvSpPr>
          <p:cNvPr id="49" name="high-speed-ccd">
            <a:extLst xmlns:a="http://schemas.openxmlformats.org/drawingml/2006/main">
              <a:ext uri="{FF2B5EF4-FFF2-40B4-BE49-F238E27FC236}">
                <a16:creationId xmlns:a16="http://schemas.microsoft.com/office/drawing/2014/main" id="{4C5A6AEA-1ED6-498C-9075-B279BF44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62500"/>
            <a:ext cx="895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高速CCD</a:t>
            </a:r>
          </a:p>
        </p:txBody>
      </p:sp>
      <p:sp>
        <p:nvSpPr>
          <p:cNvPr id="50" name="hv-converter">
            <a:extLst xmlns:a="http://schemas.openxmlformats.org/drawingml/2006/main">
              <a:ext uri="{FF2B5EF4-FFF2-40B4-BE49-F238E27FC236}">
                <a16:creationId xmlns:a16="http://schemas.microsoft.com/office/drawing/2014/main" id="{FBED4242-2089-4804-B82D-15102832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81125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高压电</a:t>
            </a:r>
          </a:p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转换装置</a:t>
            </a:r>
          </a:p>
        </p:txBody>
      </p:sp>
      <p:sp>
        <p:nvSpPr>
          <p:cNvPr id="51" name="measure-control">
            <a:extLst xmlns:a="http://schemas.openxmlformats.org/drawingml/2006/main">
              <a:ext uri="{FF2B5EF4-FFF2-40B4-BE49-F238E27FC236}">
                <a16:creationId xmlns:a16="http://schemas.microsoft.com/office/drawing/2014/main" id="{5089A4E7-9728-4ECE-9671-F5C9844A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81125"/>
            <a:ext cx="1162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测量/控制模块</a:t>
            </a:r>
          </a:p>
        </p:txBody>
      </p:sp>
      <p:sp>
        <p:nvSpPr>
          <p:cNvPr id="52" name="secondary-controller">
            <a:extLst xmlns:a="http://schemas.openxmlformats.org/drawingml/2006/main">
              <a:ext uri="{FF2B5EF4-FFF2-40B4-BE49-F238E27FC236}">
                <a16:creationId xmlns:a16="http://schemas.microsoft.com/office/drawing/2014/main" id="{47659A00-D386-45A8-B094-D6F32AAB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次级控制器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（电控盒）</a:t>
            </a:r>
          </a:p>
        </p:txBody>
      </p:sp>
      <p:sp>
        <p:nvSpPr>
          <p:cNvPr id="53" name="sensor-flowmeter">
            <a:extLst xmlns:a="http://schemas.openxmlformats.org/drawingml/2006/main">
              <a:ext uri="{FF2B5EF4-FFF2-40B4-BE49-F238E27FC236}">
                <a16:creationId xmlns:a16="http://schemas.microsoft.com/office/drawing/2014/main" id="{3DD731B1-01AC-4838-B87F-BDDA1269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传感器/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流量计</a:t>
            </a:r>
          </a:p>
        </p:txBody>
      </p:sp>
      <p:sp>
        <p:nvSpPr>
          <p:cNvPr id="54" name="solenoid-valve">
            <a:extLst xmlns:a="http://schemas.openxmlformats.org/drawingml/2006/main">
              <a:ext uri="{FF2B5EF4-FFF2-40B4-BE49-F238E27FC236}">
                <a16:creationId xmlns:a16="http://schemas.microsoft.com/office/drawing/2014/main" id="{47CF14F8-1938-4FDD-B48D-694EB54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76625"/>
            <a:ext cx="857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电磁阀门</a:t>
            </a:r>
          </a:p>
        </p:txBody>
      </p:sp>
      <p:sp>
        <p:nvSpPr>
          <p:cNvPr id="55" name="main-controller">
            <a:extLst xmlns:a="http://schemas.openxmlformats.org/drawingml/2006/main">
              <a:ext uri="{FF2B5EF4-FFF2-40B4-BE49-F238E27FC236}">
                <a16:creationId xmlns:a16="http://schemas.microsoft.com/office/drawing/2014/main" id="{34CBE14C-2CCC-46CA-8C64-FD89F09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876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主控制器</a:t>
            </a:r>
          </a:p>
        </p:txBody>
      </p:sp>
      <p:sp>
        <p:nvSpPr>
          <p:cNvPr id="56" name="controlled-heat">
            <a:extLst xmlns:a="http://schemas.openxmlformats.org/drawingml/2006/main">
              <a:ext uri="{FF2B5EF4-FFF2-40B4-BE49-F238E27FC236}">
                <a16:creationId xmlns:a16="http://schemas.microsoft.com/office/drawing/2014/main" id="{7D9841FD-3305-4B10-B74C-D46CC4A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8125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电控盒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散热结构</a:t>
            </a:r>
          </a:p>
        </p:txBody>
      </p:sp>
      <p:sp>
        <p:nvSpPr>
          <p:cNvPr id="57" name="fan-module">
            <a:extLst xmlns:a="http://schemas.openxmlformats.org/drawingml/2006/main">
              <a:ext uri="{FF2B5EF4-FFF2-40B4-BE49-F238E27FC236}">
                <a16:creationId xmlns:a16="http://schemas.microsoft.com/office/drawing/2014/main" id="{0915389D-03CF-4F55-ADED-60797F61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81425"/>
            <a:ext cx="1162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风冷模块</a:t>
            </a:r>
          </a:p>
        </p:txBody>
      </p:sp>
    </p:spTree>
    <p:extLst>
      <p:ext uri="{BB962C8B-B14F-4D97-AF65-F5344CB8AC3E}">
        <p14:creationId xmlns:p14="http://schemas.microsoft.com/office/powerpoint/2010/main" val="552818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main-to-box-line">
            <a:extLst xmlns:a="http://schemas.openxmlformats.org/drawingml/2006/main">
              <a:ext uri="{FF2B5EF4-FFF2-40B4-BE49-F238E27FC236}">
                <a16:creationId xmlns:a16="http://schemas.microsoft.com/office/drawing/2014/main" id="{76E2CBAD-E579-4709-AF82-8C5A6A7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1445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main-down-arrow">
            <a:extLst xmlns:a="http://schemas.openxmlformats.org/drawingml/2006/main">
              <a:ext uri="{FF2B5EF4-FFF2-40B4-BE49-F238E27FC236}">
                <a16:creationId xmlns:a16="http://schemas.microsoft.com/office/drawing/2014/main" id="{463E1F12-B5C1-4A4A-8620-989CBE50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859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main-up-arrow">
            <a:extLst xmlns:a="http://schemas.openxmlformats.org/drawingml/2006/main">
              <a:ext uri="{FF2B5EF4-FFF2-40B4-BE49-F238E27FC236}">
                <a16:creationId xmlns:a16="http://schemas.microsoft.com/office/drawing/2014/main" id="{D8A43B62-567C-4723-9200-5D557555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573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control-box-stem">
            <a:extLst xmlns:a="http://schemas.openxmlformats.org/drawingml/2006/main">
              <a:ext uri="{FF2B5EF4-FFF2-40B4-BE49-F238E27FC236}">
                <a16:creationId xmlns:a16="http://schemas.microsoft.com/office/drawing/2014/main" id="{B09EBD36-9103-49BB-8C6F-290667E1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" name="control-bus">
            <a:extLst xmlns:a="http://schemas.openxmlformats.org/drawingml/2006/main">
              <a:ext uri="{FF2B5EF4-FFF2-40B4-BE49-F238E27FC236}">
                <a16:creationId xmlns:a16="http://schemas.microsoft.com/office/drawing/2014/main" id="{CB0901B3-41D4-43DA-8A41-D895F93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control-left-drop">
            <a:extLst xmlns:a="http://schemas.openxmlformats.org/drawingml/2006/main">
              <a:ext uri="{FF2B5EF4-FFF2-40B4-BE49-F238E27FC236}">
                <a16:creationId xmlns:a16="http://schemas.microsoft.com/office/drawing/2014/main" id="{A03BC2A9-D2EA-4AB6-81C4-5F14767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" name="control-right-drop">
            <a:extLst xmlns:a="http://schemas.openxmlformats.org/drawingml/2006/main">
              <a:ext uri="{FF2B5EF4-FFF2-40B4-BE49-F238E27FC236}">
                <a16:creationId xmlns:a16="http://schemas.microsoft.com/office/drawing/2014/main" id="{2684CAD1-81AB-4964-9E14-5B20C14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control-left-corner">
            <a:extLst xmlns:a="http://schemas.openxmlformats.org/drawingml/2006/main">
              <a:ext uri="{FF2B5EF4-FFF2-40B4-BE49-F238E27FC236}">
                <a16:creationId xmlns:a16="http://schemas.microsoft.com/office/drawing/2014/main" id="{D9DACED8-7B55-4E68-98B6-2EEE0E6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861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control-group-top">
            <a:extLst xmlns:a="http://schemas.openxmlformats.org/drawingml/2006/main">
              <a:ext uri="{FF2B5EF4-FFF2-40B4-BE49-F238E27FC236}">
                <a16:creationId xmlns:a16="http://schemas.microsoft.com/office/drawing/2014/main" id="{BACD93BF-7F28-45F9-8AD2-0635109D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control-group-left">
            <a:extLst xmlns:a="http://schemas.openxmlformats.org/drawingml/2006/main">
              <a:ext uri="{FF2B5EF4-FFF2-40B4-BE49-F238E27FC236}">
                <a16:creationId xmlns:a16="http://schemas.microsoft.com/office/drawing/2014/main" id="{B0AF6DE6-C3B1-4470-8C36-EAEB612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1" name="control-group-right">
            <a:extLst xmlns:a="http://schemas.openxmlformats.org/drawingml/2006/main">
              <a:ext uri="{FF2B5EF4-FFF2-40B4-BE49-F238E27FC236}">
                <a16:creationId xmlns:a16="http://schemas.microsoft.com/office/drawing/2014/main" id="{F7E57899-4F5A-431E-91D7-96921AC2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2" name="heater-command">
            <a:extLst xmlns:a="http://schemas.openxmlformats.org/drawingml/2006/main">
              <a:ext uri="{FF2B5EF4-FFF2-40B4-BE49-F238E27FC236}">
                <a16:creationId xmlns:a16="http://schemas.microsoft.com/office/drawing/2014/main" id="{BB65AA2E-FD5E-4BA7-B34D-47675CB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3" name="heater-command-arrow">
            <a:extLst xmlns:a="http://schemas.openxmlformats.org/drawingml/2006/main">
              <a:ext uri="{FF2B5EF4-FFF2-40B4-BE49-F238E27FC236}">
                <a16:creationId xmlns:a16="http://schemas.microsoft.com/office/drawing/2014/main" id="{FC37A7D0-5B67-4DE0-A609-8166944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hv-command">
            <a:extLst xmlns:a="http://schemas.openxmlformats.org/drawingml/2006/main">
              <a:ext uri="{FF2B5EF4-FFF2-40B4-BE49-F238E27FC236}">
                <a16:creationId xmlns:a16="http://schemas.microsoft.com/office/drawing/2014/main" id="{EE3DBCE3-ACC7-4FCE-9086-4B7B6EAF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5" name="hv-command-arrow">
            <a:extLst xmlns:a="http://schemas.openxmlformats.org/drawingml/2006/main">
              <a:ext uri="{FF2B5EF4-FFF2-40B4-BE49-F238E27FC236}">
                <a16:creationId xmlns:a16="http://schemas.microsoft.com/office/drawing/2014/main" id="{E6FB6FE8-8573-4F67-AEB3-0513CCC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valve-command">
            <a:extLst xmlns:a="http://schemas.openxmlformats.org/drawingml/2006/main">
              <a:ext uri="{FF2B5EF4-FFF2-40B4-BE49-F238E27FC236}">
                <a16:creationId xmlns:a16="http://schemas.microsoft.com/office/drawing/2014/main" id="{C20564AE-956C-4C59-A4A2-CDBBE6D0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7" name="valve-command-arrow">
            <a:extLst xmlns:a="http://schemas.openxmlformats.org/drawingml/2006/main">
              <a:ext uri="{FF2B5EF4-FFF2-40B4-BE49-F238E27FC236}">
                <a16:creationId xmlns:a16="http://schemas.microsoft.com/office/drawing/2014/main" id="{BBA25DD0-10F7-49E1-96A2-CC80D03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proportion-command">
            <a:extLst xmlns:a="http://schemas.openxmlformats.org/drawingml/2006/main">
              <a:ext uri="{FF2B5EF4-FFF2-40B4-BE49-F238E27FC236}">
                <a16:creationId xmlns:a16="http://schemas.microsoft.com/office/drawing/2014/main" id="{DA647140-CC9F-459F-B5AC-56FC63EE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9" name="proportion-command-arrow">
            <a:extLst xmlns:a="http://schemas.openxmlformats.org/drawingml/2006/main">
              <a:ext uri="{FF2B5EF4-FFF2-40B4-BE49-F238E27FC236}">
                <a16:creationId xmlns:a16="http://schemas.microsoft.com/office/drawing/2014/main" id="{AEF7A801-C273-4F07-9580-88B7A88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957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read-bus">
            <a:extLst xmlns:a="http://schemas.openxmlformats.org/drawingml/2006/main">
              <a:ext uri="{FF2B5EF4-FFF2-40B4-BE49-F238E27FC236}">
                <a16:creationId xmlns:a16="http://schemas.microsoft.com/office/drawing/2014/main" id="{FE9E1901-F1E9-45FE-A216-ABDF58E7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1" name="read-right-up">
            <a:extLst xmlns:a="http://schemas.openxmlformats.org/drawingml/2006/main">
              <a:ext uri="{FF2B5EF4-FFF2-40B4-BE49-F238E27FC236}">
                <a16:creationId xmlns:a16="http://schemas.microsoft.com/office/drawing/2014/main" id="{18DF056F-0A7D-4106-98E0-A1EBAED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33700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2" name="read-up-arrow">
            <a:extLst xmlns:a="http://schemas.openxmlformats.org/drawingml/2006/main">
              <a:ext uri="{FF2B5EF4-FFF2-40B4-BE49-F238E27FC236}">
                <a16:creationId xmlns:a16="http://schemas.microsoft.com/office/drawing/2014/main" id="{90E511A1-D119-4DA5-882D-234EDA11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read-group-top">
            <a:extLst xmlns:a="http://schemas.openxmlformats.org/drawingml/2006/main">
              <a:ext uri="{FF2B5EF4-FFF2-40B4-BE49-F238E27FC236}">
                <a16:creationId xmlns:a16="http://schemas.microsoft.com/office/drawing/2014/main" id="{E5D79708-239C-4BCE-AF06-E9D2692A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4" name="read-group-left">
            <a:extLst xmlns:a="http://schemas.openxmlformats.org/drawingml/2006/main">
              <a:ext uri="{FF2B5EF4-FFF2-40B4-BE49-F238E27FC236}">
                <a16:creationId xmlns:a16="http://schemas.microsoft.com/office/drawing/2014/main" id="{0B1CEBEF-7723-48E0-BA33-5F643238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5" name="read-group-right">
            <a:extLst xmlns:a="http://schemas.openxmlformats.org/drawingml/2006/main">
              <a:ext uri="{FF2B5EF4-FFF2-40B4-BE49-F238E27FC236}">
                <a16:creationId xmlns:a16="http://schemas.microsoft.com/office/drawing/2014/main" id="{AB990072-D177-43D5-9922-87ED511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6" name="temperature-read">
            <a:extLst xmlns:a="http://schemas.openxmlformats.org/drawingml/2006/main">
              <a:ext uri="{FF2B5EF4-FFF2-40B4-BE49-F238E27FC236}">
                <a16:creationId xmlns:a16="http://schemas.microsoft.com/office/drawing/2014/main" id="{5C4C0F39-4129-46C8-B4A7-51390356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7" name="temperature-up">
            <a:extLst xmlns:a="http://schemas.openxmlformats.org/drawingml/2006/main">
              <a:ext uri="{FF2B5EF4-FFF2-40B4-BE49-F238E27FC236}">
                <a16:creationId xmlns:a16="http://schemas.microsoft.com/office/drawing/2014/main" id="{A0B39E2D-84C3-4067-8BAF-5467F2AC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8" name="flow-read">
            <a:extLst xmlns:a="http://schemas.openxmlformats.org/drawingml/2006/main">
              <a:ext uri="{FF2B5EF4-FFF2-40B4-BE49-F238E27FC236}">
                <a16:creationId xmlns:a16="http://schemas.microsoft.com/office/drawing/2014/main" id="{B4A33308-8310-42D0-8193-6BB64E1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9" name="flow-up">
            <a:extLst xmlns:a="http://schemas.openxmlformats.org/drawingml/2006/main">
              <a:ext uri="{FF2B5EF4-FFF2-40B4-BE49-F238E27FC236}">
                <a16:creationId xmlns:a16="http://schemas.microsoft.com/office/drawing/2014/main" id="{F6F45330-BD4A-4C11-8CF1-A3168CE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pressure-read">
            <a:extLst xmlns:a="http://schemas.openxmlformats.org/drawingml/2006/main">
              <a:ext uri="{FF2B5EF4-FFF2-40B4-BE49-F238E27FC236}">
                <a16:creationId xmlns:a16="http://schemas.microsoft.com/office/drawing/2014/main" id="{607BE3D4-DFEF-420E-98E8-C60E983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1" name="pressure-up">
            <a:extLst xmlns:a="http://schemas.openxmlformats.org/drawingml/2006/main">
              <a:ext uri="{FF2B5EF4-FFF2-40B4-BE49-F238E27FC236}">
                <a16:creationId xmlns:a16="http://schemas.microsoft.com/office/drawing/2014/main" id="{52C00FCB-4D3A-442C-8F15-84DD3487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diff-pressure-read">
            <a:extLst xmlns:a="http://schemas.openxmlformats.org/drawingml/2006/main">
              <a:ext uri="{FF2B5EF4-FFF2-40B4-BE49-F238E27FC236}">
                <a16:creationId xmlns:a16="http://schemas.microsoft.com/office/drawing/2014/main" id="{EED4A739-3D4D-4A3D-A9EB-010F8669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33" name="diff-pressure-up">
            <a:extLst xmlns:a="http://schemas.openxmlformats.org/drawingml/2006/main">
              <a:ext uri="{FF2B5EF4-FFF2-40B4-BE49-F238E27FC236}">
                <a16:creationId xmlns:a16="http://schemas.microsoft.com/office/drawing/2014/main" id="{43797A2C-D208-4B91-A8CD-CA565FB9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228600" cy="2667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experiment-main-control">
            <a:extLst xmlns:a="http://schemas.openxmlformats.org/drawingml/2006/main">
              <a:ext uri="{FF2B5EF4-FFF2-40B4-BE49-F238E27FC236}">
                <a16:creationId xmlns:a16="http://schemas.microsoft.com/office/drawing/2014/main" id="{04C964AA-6F86-4D45-ACF1-06F4BB8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675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11111"/>
                </a:solidFill>
              </a:defRPr>
            </a:pPr>
            <a:r>
              <a:rPr sz="2025">
                <a:solidFill>
                  <a:srgbClr val="111111"/>
                </a:solidFill>
              </a:rPr>
              <a:t>实验主控单元</a:t>
            </a:r>
          </a:p>
        </p:txBody>
      </p:sp>
      <p:sp>
        <p:nvSpPr>
          <p:cNvPr id="35" name="experiment-electrical-box">
            <a:extLst xmlns:a="http://schemas.openxmlformats.org/drawingml/2006/main">
              <a:ext uri="{FF2B5EF4-FFF2-40B4-BE49-F238E27FC236}">
                <a16:creationId xmlns:a16="http://schemas.microsoft.com/office/drawing/2014/main" id="{1BF91626-9D20-40DA-8F15-250B5DA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457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</a:defRPr>
            </a:pPr>
            <a:r>
              <a:rPr sz="1875">
                <a:solidFill>
                  <a:srgbClr val="111111"/>
                </a:solidFill>
              </a:rPr>
              <a:t>实验模块电控盒</a:t>
            </a:r>
          </a:p>
        </p:txBody>
      </p:sp>
      <p:sp>
        <p:nvSpPr>
          <p:cNvPr id="36" name="parameter-transfer-label">
            <a:extLst xmlns:a="http://schemas.openxmlformats.org/drawingml/2006/main">
              <a:ext uri="{FF2B5EF4-FFF2-40B4-BE49-F238E27FC236}">
                <a16:creationId xmlns:a16="http://schemas.microsoft.com/office/drawing/2014/main" id="{EF6DEE60-0F0F-4971-86E1-155E2DE3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811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传输指令及工参</a:t>
            </a:r>
          </a:p>
        </p:txBody>
      </p:sp>
      <p:sp>
        <p:nvSpPr>
          <p:cNvPr id="37" name="control-label">
            <a:extLst xmlns:a="http://schemas.openxmlformats.org/drawingml/2006/main">
              <a:ext uri="{FF2B5EF4-FFF2-40B4-BE49-F238E27FC236}">
                <a16:creationId xmlns:a16="http://schemas.microsoft.com/office/drawing/2014/main" id="{D2303A7B-FCF7-43DA-A040-802A8BDC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384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控制</a:t>
            </a:r>
          </a:p>
        </p:txBody>
      </p:sp>
      <p:sp>
        <p:nvSpPr>
          <p:cNvPr id="38" name="read-label">
            <a:extLst xmlns:a="http://schemas.openxmlformats.org/drawingml/2006/main">
              <a:ext uri="{FF2B5EF4-FFF2-40B4-BE49-F238E27FC236}">
                <a16:creationId xmlns:a16="http://schemas.microsoft.com/office/drawing/2014/main" id="{21721A2B-32D7-4CE8-8F32-9B69D90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384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11111"/>
                </a:solidFill>
              </a:defRPr>
            </a:pPr>
            <a:r>
              <a:rPr sz="1725">
                <a:solidFill>
                  <a:srgbClr val="111111"/>
                </a:solidFill>
              </a:rPr>
              <a:t>读取</a:t>
            </a:r>
          </a:p>
        </p:txBody>
      </p:sp>
      <p:sp>
        <p:nvSpPr>
          <p:cNvPr id="39" name="heater">
            <a:extLst xmlns:a="http://schemas.openxmlformats.org/drawingml/2006/main">
              <a:ext uri="{FF2B5EF4-FFF2-40B4-BE49-F238E27FC236}">
                <a16:creationId xmlns:a16="http://schemas.microsoft.com/office/drawing/2014/main" id="{D65E2A48-C0DD-4A2A-9B11-4E616BA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加热片</a:t>
            </a:r>
          </a:p>
        </p:txBody>
      </p:sp>
      <p:sp>
        <p:nvSpPr>
          <p:cNvPr id="40" name="high-voltage-device">
            <a:extLst xmlns:a="http://schemas.openxmlformats.org/drawingml/2006/main">
              <a:ext uri="{FF2B5EF4-FFF2-40B4-BE49-F238E27FC236}">
                <a16:creationId xmlns:a16="http://schemas.microsoft.com/office/drawing/2014/main" id="{EF11BC5C-32BC-441C-8489-FD51169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高压装置</a:t>
            </a:r>
          </a:p>
        </p:txBody>
      </p:sp>
      <p:sp>
        <p:nvSpPr>
          <p:cNvPr id="41" name="normally-closed-valve">
            <a:extLst xmlns:a="http://schemas.openxmlformats.org/drawingml/2006/main">
              <a:ext uri="{FF2B5EF4-FFF2-40B4-BE49-F238E27FC236}">
                <a16:creationId xmlns:a16="http://schemas.microsoft.com/office/drawing/2014/main" id="{9AF130A5-5456-4349-B5AA-988F37BB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常闭阀</a:t>
            </a:r>
          </a:p>
        </p:txBody>
      </p:sp>
      <p:sp>
        <p:nvSpPr>
          <p:cNvPr id="42" name="proportional-valve">
            <a:extLst xmlns:a="http://schemas.openxmlformats.org/drawingml/2006/main">
              <a:ext uri="{FF2B5EF4-FFF2-40B4-BE49-F238E27FC236}">
                <a16:creationId xmlns:a16="http://schemas.microsoft.com/office/drawing/2014/main" id="{19C8D259-550B-40DF-8893-3F7B8EB1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比例阀</a:t>
            </a:r>
          </a:p>
        </p:txBody>
      </p:sp>
      <p:sp>
        <p:nvSpPr>
          <p:cNvPr id="43" name="heater-code">
            <a:extLst xmlns:a="http://schemas.openxmlformats.org/drawingml/2006/main">
              <a:ext uri="{FF2B5EF4-FFF2-40B4-BE49-F238E27FC236}">
                <a16:creationId xmlns:a16="http://schemas.microsoft.com/office/drawing/2014/main" id="{3CB3D0F3-FA6D-4739-A71C-F5C56F9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</a:p>
        </p:txBody>
      </p:sp>
      <p:sp>
        <p:nvSpPr>
          <p:cNvPr id="44" name="hv-code">
            <a:extLst xmlns:a="http://schemas.openxmlformats.org/drawingml/2006/main">
              <a:ext uri="{FF2B5EF4-FFF2-40B4-BE49-F238E27FC236}">
                <a16:creationId xmlns:a16="http://schemas.microsoft.com/office/drawing/2014/main" id="{598F460C-59FB-4E05-9CFC-CF21C3CD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电压</a:t>
            </a:r>
          </a:p>
        </p:txBody>
      </p:sp>
      <p:sp>
        <p:nvSpPr>
          <p:cNvPr id="45" name="closed-valve-code">
            <a:extLst xmlns:a="http://schemas.openxmlformats.org/drawingml/2006/main">
              <a:ext uri="{FF2B5EF4-FFF2-40B4-BE49-F238E27FC236}">
                <a16:creationId xmlns:a16="http://schemas.microsoft.com/office/drawing/2014/main" id="{977B5116-15DD-4D4C-A8C0-B8DC639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开闭</a:t>
            </a:r>
          </a:p>
        </p:txBody>
      </p:sp>
      <p:sp>
        <p:nvSpPr>
          <p:cNvPr id="46" name="proportional-code">
            <a:extLst xmlns:a="http://schemas.openxmlformats.org/drawingml/2006/main">
              <a:ext uri="{FF2B5EF4-FFF2-40B4-BE49-F238E27FC236}">
                <a16:creationId xmlns:a16="http://schemas.microsoft.com/office/drawing/2014/main" id="{178F6BAF-1804-4AAF-9A86-30F73D2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编号</a:t>
            </a:r>
          </a:p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开度</a:t>
            </a:r>
          </a:p>
        </p:txBody>
      </p:sp>
      <p:sp>
        <p:nvSpPr>
          <p:cNvPr id="47" name="thermocouple">
            <a:extLst xmlns:a="http://schemas.openxmlformats.org/drawingml/2006/main">
              <a:ext uri="{FF2B5EF4-FFF2-40B4-BE49-F238E27FC236}">
                <a16:creationId xmlns:a16="http://schemas.microsoft.com/office/drawing/2014/main" id="{10A00F96-02AE-44BC-93E0-DCFD032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热电偶</a:t>
            </a:r>
          </a:p>
        </p:txBody>
      </p:sp>
      <p:sp>
        <p:nvSpPr>
          <p:cNvPr id="48" name="flowmeter">
            <a:extLst xmlns:a="http://schemas.openxmlformats.org/drawingml/2006/main">
              <a:ext uri="{FF2B5EF4-FFF2-40B4-BE49-F238E27FC236}">
                <a16:creationId xmlns:a16="http://schemas.microsoft.com/office/drawing/2014/main" id="{900CFD41-00AC-4582-92CF-4043F9C7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流量计</a:t>
            </a:r>
          </a:p>
        </p:txBody>
      </p:sp>
      <p:sp>
        <p:nvSpPr>
          <p:cNvPr id="49" name="pressure-gauge">
            <a:extLst xmlns:a="http://schemas.openxmlformats.org/drawingml/2006/main">
              <a:ext uri="{FF2B5EF4-FFF2-40B4-BE49-F238E27FC236}">
                <a16:creationId xmlns:a16="http://schemas.microsoft.com/office/drawing/2014/main" id="{25EFA9A9-DDEF-4826-947B-F35E02E9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压力计</a:t>
            </a:r>
          </a:p>
        </p:txBody>
      </p:sp>
      <p:sp>
        <p:nvSpPr>
          <p:cNvPr id="50" name="differential-gauge">
            <a:extLst xmlns:a="http://schemas.openxmlformats.org/drawingml/2006/main">
              <a:ext uri="{FF2B5EF4-FFF2-40B4-BE49-F238E27FC236}">
                <a16:creationId xmlns:a16="http://schemas.microsoft.com/office/drawing/2014/main" id="{818F7ED0-2949-46AA-B3C0-B9BF3916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609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差压计</a:t>
            </a:r>
          </a:p>
        </p:txBody>
      </p:sp>
      <p:sp>
        <p:nvSpPr>
          <p:cNvPr id="51" name="temperature-value">
            <a:extLst xmlns:a="http://schemas.openxmlformats.org/drawingml/2006/main">
              <a:ext uri="{FF2B5EF4-FFF2-40B4-BE49-F238E27FC236}">
                <a16:creationId xmlns:a16="http://schemas.microsoft.com/office/drawing/2014/main" id="{9FF19C15-33B7-46D4-9D26-0E708B7D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温度</a:t>
            </a:r>
          </a:p>
        </p:txBody>
      </p:sp>
      <p:sp>
        <p:nvSpPr>
          <p:cNvPr id="52" name="flow-value">
            <a:extLst xmlns:a="http://schemas.openxmlformats.org/drawingml/2006/main">
              <a:ext uri="{FF2B5EF4-FFF2-40B4-BE49-F238E27FC236}">
                <a16:creationId xmlns:a16="http://schemas.microsoft.com/office/drawing/2014/main" id="{B42F645B-18A1-478C-8DD6-C5E7BFC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流量</a:t>
            </a:r>
          </a:p>
        </p:txBody>
      </p:sp>
      <p:sp>
        <p:nvSpPr>
          <p:cNvPr id="53" name="pressure-value">
            <a:extLst xmlns:a="http://schemas.openxmlformats.org/drawingml/2006/main">
              <a:ext uri="{FF2B5EF4-FFF2-40B4-BE49-F238E27FC236}">
                <a16:creationId xmlns:a16="http://schemas.microsoft.com/office/drawing/2014/main" id="{6AEB415E-B491-483C-9415-DFFD6153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86300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压力</a:t>
            </a:r>
          </a:p>
        </p:txBody>
      </p:sp>
      <p:sp>
        <p:nvSpPr>
          <p:cNvPr id="54" name="differential-value">
            <a:extLst xmlns:a="http://schemas.openxmlformats.org/drawingml/2006/main">
              <a:ext uri="{FF2B5EF4-FFF2-40B4-BE49-F238E27FC236}">
                <a16:creationId xmlns:a16="http://schemas.microsoft.com/office/drawing/2014/main" id="{70E10C0C-8495-4D76-B062-A6B154E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609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压差</a:t>
            </a:r>
          </a:p>
        </p:txBody>
      </p:sp>
    </p:spTree>
    <p:extLst>
      <p:ext uri="{BB962C8B-B14F-4D97-AF65-F5344CB8AC3E}">
        <p14:creationId xmlns:p14="http://schemas.microsoft.com/office/powerpoint/2010/main" val="330704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2026-08-25T07:49:43.4950000Z</dcterms:created>
  <dcterms:modified xsi:type="dcterms:W3CDTF">2026-08-25T07:49:43.4950000Z</dcterms:modified>
</coreProperties>
</file>