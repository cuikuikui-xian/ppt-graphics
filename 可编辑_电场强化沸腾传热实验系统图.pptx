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e1e25921474618" /><Relationship Type="http://schemas.openxmlformats.org/officeDocument/2006/relationships/extended-properties" Target="/docProps/app.xml" Id="Rea5fa29d7e4e4d88" /><Relationship Type="http://schemas.openxmlformats.org/officeDocument/2006/relationships/officeDocument" Target="/ppt/presentation.xml" Id="Rb04ca9298ff446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3ee5d6f9664fa0"/>
  </p:sldMasterIdLst>
  <p:notesMasterIdLst>
    <p:notesMasterId xmlns:r="http://schemas.openxmlformats.org/officeDocument/2006/relationships" r:id="R175729f7d6cb4bdb"/>
  </p:notesMasterIdLst>
  <p:sldIdLst>
    <p:sldId xmlns:r="http://schemas.openxmlformats.org/officeDocument/2006/relationships" id="256" r:id="R7a6415baf0514811"/>
    <p:sldId xmlns:r="http://schemas.openxmlformats.org/officeDocument/2006/relationships" id="257" r:id="R0a6ac5f765654d36"/>
  </p:sldIdLst>
  <p:sldSz cx="9525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19423d8da7447f" /><Relationship Type="http://schemas.openxmlformats.org/officeDocument/2006/relationships/slideMaster" Target="/ppt/slideMasters/slideMaster1.xml" Id="R3c3ee5d6f9664fa0" /><Relationship Type="http://schemas.openxmlformats.org/officeDocument/2006/relationships/notesMaster" Target="/ppt/notesMasters/notesMaster1.xml" Id="R175729f7d6cb4bdb" /><Relationship Type="http://schemas.openxmlformats.org/officeDocument/2006/relationships/presProps" Target="/ppt/presProps.xml" Id="R3a99aab849b14ad8" /><Relationship Type="http://schemas.openxmlformats.org/officeDocument/2006/relationships/tableStyles" Target="/ppt/tableStyles.xml" Id="R728dd9854fa840be" /><Relationship Type="http://schemas.openxmlformats.org/officeDocument/2006/relationships/slide" Target="/ppt/slides/slide1.xml" Id="R7a6415baf0514811" /><Relationship Type="http://schemas.openxmlformats.org/officeDocument/2006/relationships/slide" Target="/ppt/slides/slide2.xml" Id="R0a6ac5f765654d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9779bad6af49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33a0ef1f0c4424" /><Relationship Type="http://schemas.openxmlformats.org/officeDocument/2006/relationships/notesMaster" Target="/ppt/notesMasters/notesMaster1.xml" Id="R624069f0bea34a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75bc9e39ef4c72" /><Relationship Type="http://schemas.openxmlformats.org/officeDocument/2006/relationships/notesMaster" Target="/ppt/notesMasters/notesMaster1.xml" Id="R079948859de24a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992eb122f43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2aaea275d24f7b" /><Relationship Type="http://schemas.openxmlformats.org/officeDocument/2006/relationships/slideLayout" Target="/ppt/slideLayouts/slideLayout1.xml" Id="R37efa7bd88194e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efa7bd88194e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2ac652cc34872" /><Relationship Type="http://schemas.openxmlformats.org/officeDocument/2006/relationships/notesSlide" Target="/ppt/notesSlides/notesSlide1.xml" Id="R4428c221719b44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abe2ebdd2454f" /><Relationship Type="http://schemas.openxmlformats.org/officeDocument/2006/relationships/notesSlide" Target="/ppt/notesSlides/notesSlide2.xml" Id="R74a050b12b474e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left-orange-vertical">
            <a:extLst xmlns:a="http://schemas.openxmlformats.org/drawingml/2006/main">
              <a:ext uri="{FF2B5EF4-FFF2-40B4-BE49-F238E27FC236}">
                <a16:creationId xmlns:a16="http://schemas.microsoft.com/office/drawing/2014/main" id="{5B24A827-BC60-4B27-9612-A8B46A89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0" cy="1647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2" name="left-orange-horizontal">
            <a:extLst xmlns:a="http://schemas.openxmlformats.org/drawingml/2006/main">
              <a:ext uri="{FF2B5EF4-FFF2-40B4-BE49-F238E27FC236}">
                <a16:creationId xmlns:a16="http://schemas.microsoft.com/office/drawing/2014/main" id="{23176233-188D-4FD8-B6E4-6E36A7F1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2419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3" name="left-loop-arrow">
            <a:extLst xmlns:a="http://schemas.openxmlformats.org/drawingml/2006/main">
              <a:ext uri="{FF2B5EF4-FFF2-40B4-BE49-F238E27FC236}">
                <a16:creationId xmlns:a16="http://schemas.microsoft.com/office/drawing/2014/main" id="{D57FA1CF-8FD0-43FA-B8ED-BD6D006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62500"/>
            <a:ext cx="3333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4" name="left-up-arrow">
            <a:extLst xmlns:a="http://schemas.openxmlformats.org/drawingml/2006/main">
              <a:ext uri="{FF2B5EF4-FFF2-40B4-BE49-F238E27FC236}">
                <a16:creationId xmlns:a16="http://schemas.microsoft.com/office/drawing/2014/main" id="{D45B7FC4-93D2-4076-9E38-0FB608CA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304800" cy="3810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5" name="rs422-line">
            <a:extLst xmlns:a="http://schemas.openxmlformats.org/drawingml/2006/main">
              <a:ext uri="{FF2B5EF4-FFF2-40B4-BE49-F238E27FC236}">
                <a16:creationId xmlns:a16="http://schemas.microsoft.com/office/drawing/2014/main" id="{88DC1681-72FB-451A-927A-05BE00A9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4322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6" name="rs422-up">
            <a:extLst xmlns:a="http://schemas.openxmlformats.org/drawingml/2006/main">
              <a:ext uri="{FF2B5EF4-FFF2-40B4-BE49-F238E27FC236}">
                <a16:creationId xmlns:a16="http://schemas.microsoft.com/office/drawing/2014/main" id="{91EA6D62-75C2-48E8-9857-370E6165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86075"/>
            <a:ext cx="304800" cy="3619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7" name="rs422-down">
            <a:extLst xmlns:a="http://schemas.openxmlformats.org/drawingml/2006/main">
              <a:ext uri="{FF2B5EF4-FFF2-40B4-BE49-F238E27FC236}">
                <a16:creationId xmlns:a16="http://schemas.microsoft.com/office/drawing/2014/main" id="{424AA83C-8284-4E00-AB86-9035BB6A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71975"/>
            <a:ext cx="3048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8" name="right-orange-horizontal">
            <a:extLst xmlns:a="http://schemas.openxmlformats.org/drawingml/2006/main">
              <a:ext uri="{FF2B5EF4-FFF2-40B4-BE49-F238E27FC236}">
                <a16:creationId xmlns:a16="http://schemas.microsoft.com/office/drawing/2014/main" id="{FCBF3668-BA94-463C-9A50-3818C46E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886325"/>
            <a:ext cx="254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9" name="right-orange-vertical">
            <a:extLst xmlns:a="http://schemas.openxmlformats.org/drawingml/2006/main">
              <a:ext uri="{FF2B5EF4-FFF2-40B4-BE49-F238E27FC236}">
                <a16:creationId xmlns:a16="http://schemas.microsoft.com/office/drawing/2014/main" id="{C62F3D5A-E98D-4A1A-B107-7F5C0498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0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5A128"/>
            </a:solidFill>
            <a:prstDash val="solid"/>
          </a:ln>
        </p:spPr>
      </p:sp>
      <p:sp>
        <p:nvSpPr>
          <p:cNvPr id="10" name="right-loop-left">
            <a:extLst xmlns:a="http://schemas.openxmlformats.org/drawingml/2006/main">
              <a:ext uri="{FF2B5EF4-FFF2-40B4-BE49-F238E27FC236}">
                <a16:creationId xmlns:a16="http://schemas.microsoft.com/office/drawing/2014/main" id="{B60B062A-F624-4D46-A33F-DF5FBE4D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333375" cy="2571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11" name="right-up-arrow">
            <a:extLst xmlns:a="http://schemas.openxmlformats.org/drawingml/2006/main">
              <a:ext uri="{FF2B5EF4-FFF2-40B4-BE49-F238E27FC236}">
                <a16:creationId xmlns:a16="http://schemas.microsoft.com/office/drawing/2014/main" id="{53893AF1-9141-40D1-A9AF-2DE072F3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304800" cy="3810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5A128"/>
          </a:solidFill>
          <a:ln xmlns:a="http://schemas.openxmlformats.org/drawingml/2006/main" w="9525">
            <a:solidFill>
              <a:srgbClr val="F5A128"/>
            </a:solidFill>
            <a:prstDash val="solid"/>
          </a:ln>
        </p:spPr>
      </p:sp>
      <p:sp>
        <p:nvSpPr>
          <p:cNvPr id="12" name="data-up">
            <a:extLst xmlns:a="http://schemas.openxmlformats.org/drawingml/2006/main">
              <a:ext uri="{FF2B5EF4-FFF2-40B4-BE49-F238E27FC236}">
                <a16:creationId xmlns:a16="http://schemas.microsoft.com/office/drawing/2014/main" id="{9CD0D41C-D991-47DA-9956-8CE44CAC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323850" cy="4762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3" name="data-down">
            <a:extLst xmlns:a="http://schemas.openxmlformats.org/drawingml/2006/main">
              <a:ext uri="{FF2B5EF4-FFF2-40B4-BE49-F238E27FC236}">
                <a16:creationId xmlns:a16="http://schemas.microsoft.com/office/drawing/2014/main" id="{0BE8832C-7205-4A53-9A63-A954858B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76875"/>
            <a:ext cx="323850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4" name="power-up">
            <a:extLst xmlns:a="http://schemas.openxmlformats.org/drawingml/2006/main">
              <a:ext uri="{FF2B5EF4-FFF2-40B4-BE49-F238E27FC236}">
                <a16:creationId xmlns:a16="http://schemas.microsoft.com/office/drawing/2014/main" id="{A9505879-41C3-430E-81CC-F4CF8144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05125"/>
            <a:ext cx="361950" cy="30575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5" name="ccd-dashed-link">
            <a:extLst xmlns:a="http://schemas.openxmlformats.org/drawingml/2006/main">
              <a:ext uri="{FF2B5EF4-FFF2-40B4-BE49-F238E27FC236}">
                <a16:creationId xmlns:a16="http://schemas.microsoft.com/office/drawing/2014/main" id="{7D75DA28-170B-42E6-B502-3676FFA8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F69A8"/>
            </a:solidFill>
            <a:prstDash val="dash"/>
          </a:ln>
        </p:spPr>
      </p:sp>
      <p:sp>
        <p:nvSpPr>
          <p:cNvPr id="16" name="ccd-left-arrow">
            <a:extLst xmlns:a="http://schemas.openxmlformats.org/drawingml/2006/main">
              <a:ext uri="{FF2B5EF4-FFF2-40B4-BE49-F238E27FC236}">
                <a16:creationId xmlns:a16="http://schemas.microsoft.com/office/drawing/2014/main" id="{F63DF8E6-10B1-4C46-929F-BA02ED03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143000"/>
            <a:ext cx="295275" cy="2381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F69A8"/>
          </a:solidFill>
          <a:ln xmlns:a="http://schemas.openxmlformats.org/drawingml/2006/main" w="9525">
            <a:solidFill>
              <a:srgbClr val="3F69A8"/>
            </a:solidFill>
            <a:prstDash val="solid"/>
          </a:ln>
        </p:spPr>
      </p:sp>
      <p:sp>
        <p:nvSpPr>
          <p:cNvPr id="17" name="left-module-boundary">
            <a:extLst xmlns:a="http://schemas.openxmlformats.org/drawingml/2006/main">
              <a:ext uri="{FF2B5EF4-FFF2-40B4-BE49-F238E27FC236}">
                <a16:creationId xmlns:a16="http://schemas.microsoft.com/office/drawing/2014/main" id="{D224450E-40C3-4E64-82E6-97A4B500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19050"/>
            <a:ext cx="18097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1F26"/>
            </a:solidFill>
            <a:prstDash val="dash"/>
          </a:ln>
        </p:spPr>
      </p:sp>
      <p:sp>
        <p:nvSpPr>
          <p:cNvPr id="18" name="small-flow-module">
            <a:extLst xmlns:a="http://schemas.openxmlformats.org/drawingml/2006/main">
              <a:ext uri="{FF2B5EF4-FFF2-40B4-BE49-F238E27FC236}">
                <a16:creationId xmlns:a16="http://schemas.microsoft.com/office/drawing/2014/main" id="{C7C7FF1F-C51B-4C91-A2F8-E82BB9AD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90500"/>
            <a:ext cx="1381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F0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小流量供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液模块</a:t>
            </a:r>
          </a:p>
        </p:txBody>
      </p:sp>
      <p:sp>
        <p:nvSpPr>
          <p:cNvPr id="19" name="large-flow-module">
            <a:extLst xmlns:a="http://schemas.openxmlformats.org/drawingml/2006/main">
              <a:ext uri="{FF2B5EF4-FFF2-40B4-BE49-F238E27FC236}">
                <a16:creationId xmlns:a16="http://schemas.microsoft.com/office/drawing/2014/main" id="{EC2E3EEA-115B-4DC7-96F1-563717D2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695450"/>
            <a:ext cx="1381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F0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大流量供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液模块</a:t>
            </a:r>
          </a:p>
        </p:txBody>
      </p:sp>
      <p:sp>
        <p:nvSpPr>
          <p:cNvPr id="20" name="y52-pipe">
            <a:extLst xmlns:a="http://schemas.openxmlformats.org/drawingml/2006/main">
              <a:ext uri="{FF2B5EF4-FFF2-40B4-BE49-F238E27FC236}">
                <a16:creationId xmlns:a16="http://schemas.microsoft.com/office/drawing/2014/main" id="{BF8D66DA-061D-4BE4-A6C2-6268114E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62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1" name="y51-pipe">
            <a:extLst xmlns:a="http://schemas.openxmlformats.org/drawingml/2006/main">
              <a:ext uri="{FF2B5EF4-FFF2-40B4-BE49-F238E27FC236}">
                <a16:creationId xmlns:a16="http://schemas.microsoft.com/office/drawing/2014/main" id="{FA0CED4F-7D26-44D1-9F89-B1ED9179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8858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2" name="y54-pipe">
            <a:extLst xmlns:a="http://schemas.openxmlformats.org/drawingml/2006/main">
              <a:ext uri="{FF2B5EF4-FFF2-40B4-BE49-F238E27FC236}">
                <a16:creationId xmlns:a16="http://schemas.microsoft.com/office/drawing/2014/main" id="{95B191A5-A7EC-407D-AB0E-48303606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002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3" name="y53-pipe">
            <a:extLst xmlns:a="http://schemas.openxmlformats.org/drawingml/2006/main">
              <a:ext uri="{FF2B5EF4-FFF2-40B4-BE49-F238E27FC236}">
                <a16:creationId xmlns:a16="http://schemas.microsoft.com/office/drawing/2014/main" id="{381A31DF-554F-4ACE-8866-BF73916D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4098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1F26"/>
            </a:solidFill>
            <a:prstDash val="solid"/>
          </a:ln>
        </p:spPr>
      </p:sp>
      <p:sp>
        <p:nvSpPr>
          <p:cNvPr id="24" name="y52">
            <a:extLst xmlns:a="http://schemas.openxmlformats.org/drawingml/2006/main">
              <a:ext uri="{FF2B5EF4-FFF2-40B4-BE49-F238E27FC236}">
                <a16:creationId xmlns:a16="http://schemas.microsoft.com/office/drawing/2014/main" id="{1BE26F0E-73F9-4261-B9CD-1D1340A4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524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Y52</a:t>
            </a:r>
          </a:p>
        </p:txBody>
      </p:sp>
      <p:sp>
        <p:nvSpPr>
          <p:cNvPr id="25" name="y61">
            <a:extLst xmlns:a="http://schemas.openxmlformats.org/drawingml/2006/main">
              <a:ext uri="{FF2B5EF4-FFF2-40B4-BE49-F238E27FC236}">
                <a16:creationId xmlns:a16="http://schemas.microsoft.com/office/drawing/2014/main" id="{3FFB378E-FC90-42D5-8838-F939A263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24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Y61</a:t>
            </a:r>
          </a:p>
        </p:txBody>
      </p:sp>
      <p:sp>
        <p:nvSpPr>
          <p:cNvPr id="26" name="dn8a">
            <a:extLst xmlns:a="http://schemas.openxmlformats.org/drawingml/2006/main">
              <a:ext uri="{FF2B5EF4-FFF2-40B4-BE49-F238E27FC236}">
                <a16:creationId xmlns:a16="http://schemas.microsoft.com/office/drawing/2014/main" id="{093099F9-4947-41C5-A3D9-C9E1F927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857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DN8</a:t>
            </a:r>
          </a:p>
        </p:txBody>
      </p:sp>
      <p:sp>
        <p:nvSpPr>
          <p:cNvPr id="27" name="y51">
            <a:extLst xmlns:a="http://schemas.openxmlformats.org/drawingml/2006/main">
              <a:ext uri="{FF2B5EF4-FFF2-40B4-BE49-F238E27FC236}">
                <a16:creationId xmlns:a16="http://schemas.microsoft.com/office/drawing/2014/main" id="{FB3CE556-9A24-4751-9E24-BB154FCE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6858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Y51</a:t>
            </a:r>
          </a:p>
        </p:txBody>
      </p:sp>
      <p:sp>
        <p:nvSpPr>
          <p:cNvPr id="28" name="y64">
            <a:extLst xmlns:a="http://schemas.openxmlformats.org/drawingml/2006/main">
              <a:ext uri="{FF2B5EF4-FFF2-40B4-BE49-F238E27FC236}">
                <a16:creationId xmlns:a16="http://schemas.microsoft.com/office/drawing/2014/main" id="{5C2FDBF9-9A9C-4A95-8A5B-B4F51A6A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858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Y64</a:t>
            </a:r>
          </a:p>
        </p:txBody>
      </p:sp>
      <p:sp>
        <p:nvSpPr>
          <p:cNvPr id="29" name="dn8b">
            <a:extLst xmlns:a="http://schemas.openxmlformats.org/drawingml/2006/main">
              <a:ext uri="{FF2B5EF4-FFF2-40B4-BE49-F238E27FC236}">
                <a16:creationId xmlns:a16="http://schemas.microsoft.com/office/drawing/2014/main" id="{B609F85C-5B62-40E3-ADF1-0DFB2F36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895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DN8</a:t>
            </a:r>
          </a:p>
        </p:txBody>
      </p:sp>
      <p:sp>
        <p:nvSpPr>
          <p:cNvPr id="30" name="y54">
            <a:extLst xmlns:a="http://schemas.openxmlformats.org/drawingml/2006/main">
              <a:ext uri="{FF2B5EF4-FFF2-40B4-BE49-F238E27FC236}">
                <a16:creationId xmlns:a16="http://schemas.microsoft.com/office/drawing/2014/main" id="{7D4B3035-BECC-4CBF-9B9B-7D407FD8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6764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Y54</a:t>
            </a:r>
          </a:p>
        </p:txBody>
      </p:sp>
      <p:sp>
        <p:nvSpPr>
          <p:cNvPr id="31" name="y62">
            <a:extLst xmlns:a="http://schemas.openxmlformats.org/drawingml/2006/main">
              <a:ext uri="{FF2B5EF4-FFF2-40B4-BE49-F238E27FC236}">
                <a16:creationId xmlns:a16="http://schemas.microsoft.com/office/drawing/2014/main" id="{EF1616BD-6EC0-4AFD-959D-54D14C78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764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Y62</a:t>
            </a:r>
          </a:p>
        </p:txBody>
      </p:sp>
      <p:sp>
        <p:nvSpPr>
          <p:cNvPr id="32" name="dn12a">
            <a:extLst xmlns:a="http://schemas.openxmlformats.org/drawingml/2006/main">
              <a:ext uri="{FF2B5EF4-FFF2-40B4-BE49-F238E27FC236}">
                <a16:creationId xmlns:a16="http://schemas.microsoft.com/office/drawing/2014/main" id="{E2CDE229-C538-47E3-A287-054B7C57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00250"/>
            <a:ext cx="790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DN12</a:t>
            </a:r>
          </a:p>
        </p:txBody>
      </p:sp>
      <p:sp>
        <p:nvSpPr>
          <p:cNvPr id="33" name="y53">
            <a:extLst xmlns:a="http://schemas.openxmlformats.org/drawingml/2006/main">
              <a:ext uri="{FF2B5EF4-FFF2-40B4-BE49-F238E27FC236}">
                <a16:creationId xmlns:a16="http://schemas.microsoft.com/office/drawing/2014/main" id="{CEBF6F59-52C7-4461-B6C6-A719D0B8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0859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F69A8"/>
                </a:solidFill>
              </a:defRPr>
            </a:pPr>
            <a:r>
              <a:rPr sz="1350" b="1">
                <a:solidFill>
                  <a:srgbClr val="3F69A8"/>
                </a:solidFill>
              </a:rPr>
              <a:t>Y53</a:t>
            </a:r>
          </a:p>
        </p:txBody>
      </p:sp>
      <p:sp>
        <p:nvSpPr>
          <p:cNvPr id="34" name="y63">
            <a:extLst xmlns:a="http://schemas.openxmlformats.org/drawingml/2006/main">
              <a:ext uri="{FF2B5EF4-FFF2-40B4-BE49-F238E27FC236}">
                <a16:creationId xmlns:a16="http://schemas.microsoft.com/office/drawing/2014/main" id="{314A1E9A-021E-4942-A294-BD7FEE2B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859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Y63</a:t>
            </a:r>
          </a:p>
        </p:txBody>
      </p:sp>
      <p:sp>
        <p:nvSpPr>
          <p:cNvPr id="35" name="dn12b">
            <a:extLst xmlns:a="http://schemas.openxmlformats.org/drawingml/2006/main">
              <a:ext uri="{FF2B5EF4-FFF2-40B4-BE49-F238E27FC236}">
                <a16:creationId xmlns:a16="http://schemas.microsoft.com/office/drawing/2014/main" id="{15821A54-3C34-43B1-8C09-4B3AD8D7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19350"/>
            <a:ext cx="790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DN12</a:t>
            </a:r>
          </a:p>
        </p:txBody>
      </p:sp>
      <p:sp>
        <p:nvSpPr>
          <p:cNvPr id="36" name="left-precontrol">
            <a:extLst xmlns:a="http://schemas.openxmlformats.org/drawingml/2006/main">
              <a:ext uri="{FF2B5EF4-FFF2-40B4-BE49-F238E27FC236}">
                <a16:creationId xmlns:a16="http://schemas.microsoft.com/office/drawing/2014/main" id="{A9863FF7-D6F9-463C-A3CB-9E3C607C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" y="30956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F26"/>
          </a:solidFill>
          <a:ln xmlns:a="http://schemas.openxmlformats.org/drawingml/2006/main" w="19050">
            <a:solidFill>
              <a:srgbClr val="9A1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</a:p>
        </p:txBody>
      </p:sp>
      <p:sp>
        <p:nvSpPr>
          <p:cNvPr id="37" name="experiment-module">
            <a:extLst xmlns:a="http://schemas.openxmlformats.org/drawingml/2006/main">
              <a:ext uri="{FF2B5EF4-FFF2-40B4-BE49-F238E27FC236}">
                <a16:creationId xmlns:a16="http://schemas.microsoft.com/office/drawing/2014/main" id="{DC32C725-C34F-4C70-A549-68B78FD4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"/>
            <a:ext cx="24479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CB91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电场强化</a:t>
            </a:r>
          </a:p>
          <a:p xmlns:a="http://schemas.openxmlformats.org/drawingml/2006/main">
            <a:pPr algn="ctr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沸腾传热</a:t>
            </a:r>
          </a:p>
          <a:p xmlns:a="http://schemas.openxmlformats.org/drawingml/2006/main">
            <a:pPr algn="ctr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实验模块</a:t>
            </a:r>
          </a:p>
        </p:txBody>
      </p:sp>
      <p:sp>
        <p:nvSpPr>
          <p:cNvPr id="38" name="experiment-precontrol">
            <a:extLst xmlns:a="http://schemas.openxmlformats.org/drawingml/2006/main">
              <a:ext uri="{FF2B5EF4-FFF2-40B4-BE49-F238E27FC236}">
                <a16:creationId xmlns:a16="http://schemas.microsoft.com/office/drawing/2014/main" id="{B1C5F055-94B3-4992-AF4B-1EBCA574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19350"/>
            <a:ext cx="182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F26"/>
          </a:solidFill>
          <a:ln xmlns:a="http://schemas.openxmlformats.org/drawingml/2006/main" w="19050">
            <a:solidFill>
              <a:srgbClr val="9A1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</a:p>
        </p:txBody>
      </p:sp>
      <p:sp>
        <p:nvSpPr>
          <p:cNvPr id="39" name="optical-platform">
            <a:extLst xmlns:a="http://schemas.openxmlformats.org/drawingml/2006/main">
              <a:ext uri="{FF2B5EF4-FFF2-40B4-BE49-F238E27FC236}">
                <a16:creationId xmlns:a16="http://schemas.microsoft.com/office/drawing/2014/main" id="{AC6B94B1-2F0C-4485-81B7-4EC39BC9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95325"/>
            <a:ext cx="13239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F0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光学观测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平台</a:t>
            </a:r>
          </a:p>
        </p:txBody>
      </p:sp>
      <p:sp>
        <p:nvSpPr>
          <p:cNvPr id="40" name="optical-precontrol">
            <a:extLst xmlns:a="http://schemas.openxmlformats.org/drawingml/2006/main">
              <a:ext uri="{FF2B5EF4-FFF2-40B4-BE49-F238E27FC236}">
                <a16:creationId xmlns:a16="http://schemas.microsoft.com/office/drawing/2014/main" id="{B042C6DE-7165-4C5B-BDE9-08601018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5260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F26"/>
          </a:solidFill>
          <a:ln xmlns:a="http://schemas.openxmlformats.org/drawingml/2006/main" w="19050">
            <a:solidFill>
              <a:srgbClr val="9A18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前置控制单元</a:t>
            </a:r>
          </a:p>
        </p:txBody>
      </p:sp>
      <p:sp>
        <p:nvSpPr>
          <p:cNvPr id="41" name="ccd-label">
            <a:extLst xmlns:a="http://schemas.openxmlformats.org/drawingml/2006/main">
              <a:ext uri="{FF2B5EF4-FFF2-40B4-BE49-F238E27FC236}">
                <a16:creationId xmlns:a16="http://schemas.microsoft.com/office/drawing/2014/main" id="{1369A58A-D02E-4000-8DF8-307E8B95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95325"/>
            <a:ext cx="1609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左视细观CCD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左视高速CCD</a:t>
            </a:r>
          </a:p>
        </p:txBody>
      </p:sp>
      <p:sp>
        <p:nvSpPr>
          <p:cNvPr id="42" name="main-control">
            <a:extLst xmlns:a="http://schemas.openxmlformats.org/drawingml/2006/main">
              <a:ext uri="{FF2B5EF4-FFF2-40B4-BE49-F238E27FC236}">
                <a16:creationId xmlns:a16="http://schemas.microsoft.com/office/drawing/2014/main" id="{911589B2-22A0-43C8-9BD9-344C864B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10100"/>
            <a:ext cx="28670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1F"/>
          </a:solidFill>
          <a:ln xmlns:a="http://schemas.openxmlformats.org/drawingml/2006/main" w="19050">
            <a:solidFill>
              <a:srgbClr val="777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两相柜实验主控单元</a:t>
            </a:r>
          </a:p>
        </p:txBody>
      </p:sp>
      <p:sp>
        <p:nvSpPr>
          <p:cNvPr id="43" name="experiment-controller">
            <a:extLst xmlns:a="http://schemas.openxmlformats.org/drawingml/2006/main">
              <a:ext uri="{FF2B5EF4-FFF2-40B4-BE49-F238E27FC236}">
                <a16:creationId xmlns:a16="http://schemas.microsoft.com/office/drawing/2014/main" id="{F6BA2827-DCAC-4BD2-9ABF-540D9184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9626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2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实验柜控制器</a:t>
            </a:r>
          </a:p>
        </p:txBody>
      </p:sp>
      <p:sp>
        <p:nvSpPr>
          <p:cNvPr id="44" name="rs422">
            <a:extLst xmlns:a="http://schemas.openxmlformats.org/drawingml/2006/main">
              <a:ext uri="{FF2B5EF4-FFF2-40B4-BE49-F238E27FC236}">
                <a16:creationId xmlns:a16="http://schemas.microsoft.com/office/drawing/2014/main" id="{83D8FE47-85B8-4E93-A5B8-0A62B361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814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RS422</a:t>
            </a:r>
          </a:p>
        </p:txBody>
      </p:sp>
      <p:sp>
        <p:nvSpPr>
          <p:cNvPr id="45" name="x83">
            <a:extLst xmlns:a="http://schemas.openxmlformats.org/drawingml/2006/main">
              <a:ext uri="{FF2B5EF4-FFF2-40B4-BE49-F238E27FC236}">
                <a16:creationId xmlns:a16="http://schemas.microsoft.com/office/drawing/2014/main" id="{CBFFD088-1F2B-42D0-91EA-7329A77B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F69A8"/>
                </a:solidFill>
              </a:defRPr>
            </a:pPr>
            <a:r>
              <a:rPr sz="1425" b="1">
                <a:solidFill>
                  <a:srgbClr val="3F69A8"/>
                </a:solidFill>
              </a:rPr>
              <a:t>X83</a:t>
            </a:r>
          </a:p>
        </p:txBody>
      </p:sp>
      <p:sp>
        <p:nvSpPr>
          <p:cNvPr id="46" name="x70">
            <a:extLst xmlns:a="http://schemas.openxmlformats.org/drawingml/2006/main">
              <a:ext uri="{FF2B5EF4-FFF2-40B4-BE49-F238E27FC236}">
                <a16:creationId xmlns:a16="http://schemas.microsoft.com/office/drawing/2014/main" id="{BABD904A-51A0-422C-97B3-C7C8E874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1482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67E14"/>
                </a:solidFill>
              </a:defRPr>
            </a:pPr>
            <a:r>
              <a:rPr sz="1425" b="1">
                <a:solidFill>
                  <a:srgbClr val="C67E14"/>
                </a:solidFill>
              </a:rPr>
              <a:t>X70</a:t>
            </a:r>
          </a:p>
        </p:txBody>
      </p:sp>
      <p:sp>
        <p:nvSpPr>
          <p:cNvPr id="47" name="data-label">
            <a:extLst xmlns:a="http://schemas.openxmlformats.org/drawingml/2006/main">
              <a:ext uri="{FF2B5EF4-FFF2-40B4-BE49-F238E27FC236}">
                <a16:creationId xmlns:a16="http://schemas.microsoft.com/office/drawing/2014/main" id="{4A228868-15D5-4403-8657-629C307A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91125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数据</a:t>
            </a:r>
          </a:p>
          <a:p xmlns:a="http://schemas.openxmlformats.org/drawingml/2006/main">
            <a:pPr algn="ctr"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通讯</a:t>
            </a:r>
          </a:p>
        </p:txBody>
      </p:sp>
      <p:sp>
        <p:nvSpPr>
          <p:cNvPr id="48" name="power-label">
            <a:extLst xmlns:a="http://schemas.openxmlformats.org/drawingml/2006/main">
              <a:ext uri="{FF2B5EF4-FFF2-40B4-BE49-F238E27FC236}">
                <a16:creationId xmlns:a16="http://schemas.microsoft.com/office/drawing/2014/main" id="{CA78621B-CB4D-4214-8F81-DFE10BFF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72075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100V供电</a:t>
            </a:r>
          </a:p>
          <a:p xmlns:a="http://schemas.openxmlformats.org/drawingml/2006/main">
            <a:pPr algn="l">
              <a:defRPr sz="1350" b="1">
                <a:solidFill>
                  <a:srgbClr val="D91F26"/>
                </a:solidFill>
              </a:defRPr>
            </a:pPr>
            <a:r>
              <a:rPr sz="1350" b="1">
                <a:solidFill>
                  <a:srgbClr val="D91F26"/>
                </a:solidFill>
              </a:rPr>
              <a:t>背插J95</a:t>
            </a:r>
          </a:p>
        </p:txBody>
      </p:sp>
    </p:spTree>
    <p:extLst>
      <p:ext uri="{BB962C8B-B14F-4D97-AF65-F5344CB8AC3E}">
        <p14:creationId xmlns:p14="http://schemas.microsoft.com/office/powerpoint/2010/main" val="447043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2-small-supply">
            <a:extLst xmlns:a="http://schemas.openxmlformats.org/drawingml/2006/main">
              <a:ext uri="{FF2B5EF4-FFF2-40B4-BE49-F238E27FC236}">
                <a16:creationId xmlns:a16="http://schemas.microsoft.com/office/drawing/2014/main" id="{0FEBF046-4CF2-45DF-AA45-5775B29F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05075"/>
            <a:ext cx="2009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2" name="s2-small-supply-head">
            <a:extLst xmlns:a="http://schemas.openxmlformats.org/drawingml/2006/main">
              <a:ext uri="{FF2B5EF4-FFF2-40B4-BE49-F238E27FC236}">
                <a16:creationId xmlns:a16="http://schemas.microsoft.com/office/drawing/2014/main" id="{19DC6B50-C631-4D32-A672-A0D99043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s2-small-return">
            <a:extLst xmlns:a="http://schemas.openxmlformats.org/drawingml/2006/main">
              <a:ext uri="{FF2B5EF4-FFF2-40B4-BE49-F238E27FC236}">
                <a16:creationId xmlns:a16="http://schemas.microsoft.com/office/drawing/2014/main" id="{EEC2CE41-9AFB-442F-A370-B48CB012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28975"/>
            <a:ext cx="2009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4" name="s2-small-return-head">
            <a:extLst xmlns:a="http://schemas.openxmlformats.org/drawingml/2006/main">
              <a:ext uri="{FF2B5EF4-FFF2-40B4-BE49-F238E27FC236}">
                <a16:creationId xmlns:a16="http://schemas.microsoft.com/office/drawing/2014/main" id="{CE704D29-CA27-41A7-B1BA-A0D638E8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24200"/>
            <a:ext cx="2667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s2-large-supply">
            <a:extLst xmlns:a="http://schemas.openxmlformats.org/drawingml/2006/main">
              <a:ext uri="{FF2B5EF4-FFF2-40B4-BE49-F238E27FC236}">
                <a16:creationId xmlns:a16="http://schemas.microsoft.com/office/drawing/2014/main" id="{FE11850E-53FC-4D24-8826-53A65A7A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14850"/>
            <a:ext cx="2009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6" name="s2-large-supply-head">
            <a:extLst xmlns:a="http://schemas.openxmlformats.org/drawingml/2006/main">
              <a:ext uri="{FF2B5EF4-FFF2-40B4-BE49-F238E27FC236}">
                <a16:creationId xmlns:a16="http://schemas.microsoft.com/office/drawing/2014/main" id="{E798C34F-D456-4E4D-A2D0-A2D826F4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1007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s2-large-return">
            <a:extLst xmlns:a="http://schemas.openxmlformats.org/drawingml/2006/main">
              <a:ext uri="{FF2B5EF4-FFF2-40B4-BE49-F238E27FC236}">
                <a16:creationId xmlns:a16="http://schemas.microsoft.com/office/drawing/2014/main" id="{3CAD066B-D7ED-49E1-8745-32DD5690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48275"/>
            <a:ext cx="2009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8" name="s2-large-return-head">
            <a:extLst xmlns:a="http://schemas.openxmlformats.org/drawingml/2006/main">
              <a:ext uri="{FF2B5EF4-FFF2-40B4-BE49-F238E27FC236}">
                <a16:creationId xmlns:a16="http://schemas.microsoft.com/office/drawing/2014/main" id="{468F123F-D50C-4903-AAB7-6390A2A3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43500"/>
            <a:ext cx="2667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s2-contact-line">
            <a:extLst xmlns:a="http://schemas.openxmlformats.org/drawingml/2006/main">
              <a:ext uri="{FF2B5EF4-FFF2-40B4-BE49-F238E27FC236}">
                <a16:creationId xmlns:a16="http://schemas.microsoft.com/office/drawing/2014/main" id="{39B5A971-8EC9-43EF-A161-3104114F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867150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10" name="s2-contact-left">
            <a:extLst xmlns:a="http://schemas.openxmlformats.org/drawingml/2006/main">
              <a:ext uri="{FF2B5EF4-FFF2-40B4-BE49-F238E27FC236}">
                <a16:creationId xmlns:a16="http://schemas.microsoft.com/office/drawing/2014/main" id="{79CAA921-07B5-47C9-B632-AE3BB8E5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62375"/>
            <a:ext cx="266700" cy="2095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s2-contact-right">
            <a:extLst xmlns:a="http://schemas.openxmlformats.org/drawingml/2006/main">
              <a:ext uri="{FF2B5EF4-FFF2-40B4-BE49-F238E27FC236}">
                <a16:creationId xmlns:a16="http://schemas.microsoft.com/office/drawing/2014/main" id="{175473D8-062D-4D52-AD56-1AEF2438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s2-liquid-boundary">
            <a:extLst xmlns:a="http://schemas.openxmlformats.org/drawingml/2006/main">
              <a:ext uri="{FF2B5EF4-FFF2-40B4-BE49-F238E27FC236}">
                <a16:creationId xmlns:a16="http://schemas.microsoft.com/office/drawing/2014/main" id="{ABDDCBD5-4646-45FE-91FC-3CF9C9A2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24025"/>
            <a:ext cx="1885950" cy="422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  <a:prstDash val="dash"/>
          </a:ln>
        </p:spPr>
      </p:sp>
      <p:sp>
        <p:nvSpPr>
          <p:cNvPr id="13" name="s2-small-module">
            <a:extLst xmlns:a="http://schemas.openxmlformats.org/drawingml/2006/main">
              <a:ext uri="{FF2B5EF4-FFF2-40B4-BE49-F238E27FC236}">
                <a16:creationId xmlns:a16="http://schemas.microsoft.com/office/drawing/2014/main" id="{CE40A2D7-6202-4780-93B2-21128778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81225"/>
            <a:ext cx="14954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小流量</a:t>
            </a:r>
          </a:p>
          <a:p xmlns:a="http://schemas.openxmlformats.org/drawingml/2006/main">
            <a:pPr algn="ctr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供液模块</a:t>
            </a:r>
          </a:p>
        </p:txBody>
      </p:sp>
      <p:sp>
        <p:nvSpPr>
          <p:cNvPr id="14" name="s2-large-module">
            <a:extLst xmlns:a="http://schemas.openxmlformats.org/drawingml/2006/main">
              <a:ext uri="{FF2B5EF4-FFF2-40B4-BE49-F238E27FC236}">
                <a16:creationId xmlns:a16="http://schemas.microsoft.com/office/drawing/2014/main" id="{46EBB6DC-0162-4AAB-B7EB-D8878188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43375"/>
            <a:ext cx="14954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大流量</a:t>
            </a:r>
          </a:p>
          <a:p xmlns:a="http://schemas.openxmlformats.org/drawingml/2006/main">
            <a:pPr algn="ctr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供液模块</a:t>
            </a:r>
          </a:p>
        </p:txBody>
      </p:sp>
      <p:sp>
        <p:nvSpPr>
          <p:cNvPr id="15" name="s2-liquid-title">
            <a:extLst xmlns:a="http://schemas.openxmlformats.org/drawingml/2006/main">
              <a:ext uri="{FF2B5EF4-FFF2-40B4-BE49-F238E27FC236}">
                <a16:creationId xmlns:a16="http://schemas.microsoft.com/office/drawing/2014/main" id="{94BB811F-818F-4696-B908-EF5AB258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055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液冷</a:t>
            </a:r>
          </a:p>
        </p:txBody>
      </p:sp>
      <p:sp>
        <p:nvSpPr>
          <p:cNvPr id="16" name="s2-y52">
            <a:extLst xmlns:a="http://schemas.openxmlformats.org/drawingml/2006/main">
              <a:ext uri="{FF2B5EF4-FFF2-40B4-BE49-F238E27FC236}">
                <a16:creationId xmlns:a16="http://schemas.microsoft.com/office/drawing/2014/main" id="{A52353EA-181D-4D69-B2A1-68BCDCE1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764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Y52</a:t>
            </a:r>
          </a:p>
        </p:txBody>
      </p:sp>
      <p:sp>
        <p:nvSpPr>
          <p:cNvPr id="17" name="s2-y61">
            <a:extLst xmlns:a="http://schemas.openxmlformats.org/drawingml/2006/main">
              <a:ext uri="{FF2B5EF4-FFF2-40B4-BE49-F238E27FC236}">
                <a16:creationId xmlns:a16="http://schemas.microsoft.com/office/drawing/2014/main" id="{C6DDD965-CBE5-4524-A413-4A1817E2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764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Y61</a:t>
            </a:r>
          </a:p>
        </p:txBody>
      </p:sp>
      <p:sp>
        <p:nvSpPr>
          <p:cNvPr id="18" name="s2-dn8">
            <a:extLst xmlns:a="http://schemas.openxmlformats.org/drawingml/2006/main">
              <a:ext uri="{FF2B5EF4-FFF2-40B4-BE49-F238E27FC236}">
                <a16:creationId xmlns:a16="http://schemas.microsoft.com/office/drawing/2014/main" id="{41211967-4389-4A32-9488-BC86F831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05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DN8</a:t>
            </a:r>
          </a:p>
        </p:txBody>
      </p:sp>
      <p:sp>
        <p:nvSpPr>
          <p:cNvPr id="19" name="s2-y51">
            <a:extLst xmlns:a="http://schemas.openxmlformats.org/drawingml/2006/main">
              <a:ext uri="{FF2B5EF4-FFF2-40B4-BE49-F238E27FC236}">
                <a16:creationId xmlns:a16="http://schemas.microsoft.com/office/drawing/2014/main" id="{251A71EA-D396-457D-9FF8-C5DA19E6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33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Y51</a:t>
            </a:r>
          </a:p>
        </p:txBody>
      </p:sp>
      <p:sp>
        <p:nvSpPr>
          <p:cNvPr id="20" name="s2-y64">
            <a:extLst xmlns:a="http://schemas.openxmlformats.org/drawingml/2006/main">
              <a:ext uri="{FF2B5EF4-FFF2-40B4-BE49-F238E27FC236}">
                <a16:creationId xmlns:a16="http://schemas.microsoft.com/office/drawing/2014/main" id="{6D37BDD2-9418-481D-8962-F45EAD07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33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Y64</a:t>
            </a:r>
          </a:p>
        </p:txBody>
      </p:sp>
      <p:sp>
        <p:nvSpPr>
          <p:cNvPr id="21" name="s2-y54">
            <a:extLst xmlns:a="http://schemas.openxmlformats.org/drawingml/2006/main">
              <a:ext uri="{FF2B5EF4-FFF2-40B4-BE49-F238E27FC236}">
                <a16:creationId xmlns:a16="http://schemas.microsoft.com/office/drawing/2014/main" id="{6EEF840B-CDCB-4074-BF86-7E16D9AA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386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Y54</a:t>
            </a:r>
          </a:p>
        </p:txBody>
      </p:sp>
      <p:sp>
        <p:nvSpPr>
          <p:cNvPr id="22" name="s2-y62">
            <a:extLst xmlns:a="http://schemas.openxmlformats.org/drawingml/2006/main">
              <a:ext uri="{FF2B5EF4-FFF2-40B4-BE49-F238E27FC236}">
                <a16:creationId xmlns:a16="http://schemas.microsoft.com/office/drawing/2014/main" id="{93C0D8D1-32EF-4666-B387-6FA3E1FB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386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Y62</a:t>
            </a:r>
          </a:p>
        </p:txBody>
      </p:sp>
      <p:sp>
        <p:nvSpPr>
          <p:cNvPr id="23" name="s2-dn12">
            <a:extLst xmlns:a="http://schemas.openxmlformats.org/drawingml/2006/main">
              <a:ext uri="{FF2B5EF4-FFF2-40B4-BE49-F238E27FC236}">
                <a16:creationId xmlns:a16="http://schemas.microsoft.com/office/drawing/2014/main" id="{32421149-5E5B-496E-9720-279D228D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244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DN12</a:t>
            </a:r>
          </a:p>
        </p:txBody>
      </p:sp>
      <p:sp>
        <p:nvSpPr>
          <p:cNvPr id="24" name="s2-y53">
            <a:extLst xmlns:a="http://schemas.openxmlformats.org/drawingml/2006/main">
              <a:ext uri="{FF2B5EF4-FFF2-40B4-BE49-F238E27FC236}">
                <a16:creationId xmlns:a16="http://schemas.microsoft.com/office/drawing/2014/main" id="{55F5C028-D729-456D-B011-81F2BF47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340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Y53</a:t>
            </a:r>
          </a:p>
        </p:txBody>
      </p:sp>
      <p:sp>
        <p:nvSpPr>
          <p:cNvPr id="25" name="s2-y63">
            <a:extLst xmlns:a="http://schemas.openxmlformats.org/drawingml/2006/main">
              <a:ext uri="{FF2B5EF4-FFF2-40B4-BE49-F238E27FC236}">
                <a16:creationId xmlns:a16="http://schemas.microsoft.com/office/drawing/2014/main" id="{CF7C5851-0CFA-493C-8D42-3AEB370F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3340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Y63</a:t>
            </a:r>
          </a:p>
        </p:txBody>
      </p:sp>
      <p:sp>
        <p:nvSpPr>
          <p:cNvPr id="26" name="s2-experiment-module">
            <a:extLst xmlns:a="http://schemas.openxmlformats.org/drawingml/2006/main">
              <a:ext uri="{FF2B5EF4-FFF2-40B4-BE49-F238E27FC236}">
                <a16:creationId xmlns:a16="http://schemas.microsoft.com/office/drawing/2014/main" id="{1B8C6289-1445-4E10-BE55-D0B418F0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81225"/>
            <a:ext cx="3219450" cy="341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225" b="0">
                <a:solidFill>
                  <a:srgbClr val="111111"/>
                </a:solidFill>
              </a:defRPr>
            </a:pPr>
            <a:r>
              <a:rPr sz="3225" b="0">
                <a:solidFill>
                  <a:srgbClr val="111111"/>
                </a:solidFill>
              </a:rPr>
              <a:t>电场强化</a:t>
            </a:r>
          </a:p>
          <a:p xmlns:a="http://schemas.openxmlformats.org/drawingml/2006/main">
            <a:pPr algn="ctr">
              <a:defRPr sz="3225" b="0">
                <a:solidFill>
                  <a:srgbClr val="111111"/>
                </a:solidFill>
              </a:defRPr>
            </a:pPr>
            <a:r>
              <a:rPr sz="3225" b="0">
                <a:solidFill>
                  <a:srgbClr val="111111"/>
                </a:solidFill>
              </a:rPr>
              <a:t>沸腾传热</a:t>
            </a:r>
          </a:p>
          <a:p xmlns:a="http://schemas.openxmlformats.org/drawingml/2006/main">
            <a:pPr algn="ctr">
              <a:defRPr sz="3225" b="0">
                <a:solidFill>
                  <a:srgbClr val="111111"/>
                </a:solidFill>
              </a:defRPr>
            </a:pPr>
            <a:r>
              <a:rPr sz="3225" b="0">
                <a:solidFill>
                  <a:srgbClr val="111111"/>
                </a:solidFill>
              </a:rPr>
              <a:t>实验模块</a:t>
            </a:r>
          </a:p>
        </p:txBody>
      </p:sp>
      <p:sp>
        <p:nvSpPr>
          <p:cNvPr id="27" name="s2-air-title">
            <a:extLst xmlns:a="http://schemas.openxmlformats.org/drawingml/2006/main">
              <a:ext uri="{FF2B5EF4-FFF2-40B4-BE49-F238E27FC236}">
                <a16:creationId xmlns:a16="http://schemas.microsoft.com/office/drawing/2014/main" id="{69520FC7-68E2-4807-A02A-F065D827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666750"/>
            <a:ext cx="129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风冷</a:t>
            </a:r>
          </a:p>
        </p:txBody>
      </p:sp>
      <p:sp>
        <p:nvSpPr>
          <p:cNvPr id="28" name="s2-fan-left-blade-1">
            <a:extLst xmlns:a="http://schemas.openxmlformats.org/drawingml/2006/main">
              <a:ext uri="{FF2B5EF4-FFF2-40B4-BE49-F238E27FC236}">
                <a16:creationId xmlns:a16="http://schemas.microsoft.com/office/drawing/2014/main" id="{EA18463C-E1CF-4A83-B722-A8FCE6E8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762500" y="118110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29" name="s2-fan-left-blade-2">
            <a:extLst xmlns:a="http://schemas.openxmlformats.org/drawingml/2006/main">
              <a:ext uri="{FF2B5EF4-FFF2-40B4-BE49-F238E27FC236}">
                <a16:creationId xmlns:a16="http://schemas.microsoft.com/office/drawing/2014/main" id="{7F9CEB81-EDE8-4D38-AD10-A2D6D099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20000">
            <a:off x="498897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0" name="s2-fan-left-blade-3">
            <a:extLst xmlns:a="http://schemas.openxmlformats.org/drawingml/2006/main">
              <a:ext uri="{FF2B5EF4-FFF2-40B4-BE49-F238E27FC236}">
                <a16:creationId xmlns:a16="http://schemas.microsoft.com/office/drawing/2014/main" id="{F0FB0D6F-1036-487F-9392-DFF9E09F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40000">
            <a:off x="4902466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1" name="s2-fan-left-blade-4">
            <a:extLst xmlns:a="http://schemas.openxmlformats.org/drawingml/2006/main">
              <a:ext uri="{FF2B5EF4-FFF2-40B4-BE49-F238E27FC236}">
                <a16:creationId xmlns:a16="http://schemas.microsoft.com/office/drawing/2014/main" id="{5F7E9718-CB11-4DE6-80FB-5A9565A3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60000">
            <a:off x="4622534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2" name="s2-fan-left-blade-5">
            <a:extLst xmlns:a="http://schemas.openxmlformats.org/drawingml/2006/main">
              <a:ext uri="{FF2B5EF4-FFF2-40B4-BE49-F238E27FC236}">
                <a16:creationId xmlns:a16="http://schemas.microsoft.com/office/drawing/2014/main" id="{8B572A73-8B8D-4903-9910-5148CBAE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980000">
            <a:off x="453603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3" name="s2-fan-left-hub">
            <a:extLst xmlns:a="http://schemas.openxmlformats.org/drawingml/2006/main">
              <a:ext uri="{FF2B5EF4-FFF2-40B4-BE49-F238E27FC236}">
                <a16:creationId xmlns:a16="http://schemas.microsoft.com/office/drawing/2014/main" id="{A11C8409-8EBF-4882-A9DE-4CBC2B09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495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33"/>
            </a:solidFill>
            <a:prstDash val="solid"/>
          </a:ln>
        </p:spPr>
      </p:sp>
      <p:sp>
        <p:nvSpPr>
          <p:cNvPr id="34" name="s2-fan-right-blade-1">
            <a:extLst xmlns:a="http://schemas.openxmlformats.org/drawingml/2006/main">
              <a:ext uri="{FF2B5EF4-FFF2-40B4-BE49-F238E27FC236}">
                <a16:creationId xmlns:a16="http://schemas.microsoft.com/office/drawing/2014/main" id="{56DE855D-05E8-45B3-8DBB-705A2253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153150" y="118110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5" name="s2-fan-right-blade-2">
            <a:extLst xmlns:a="http://schemas.openxmlformats.org/drawingml/2006/main">
              <a:ext uri="{FF2B5EF4-FFF2-40B4-BE49-F238E27FC236}">
                <a16:creationId xmlns:a16="http://schemas.microsoft.com/office/drawing/2014/main" id="{A4C56F13-A03D-40EE-B15E-B42EDBBF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20000">
            <a:off x="637962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6" name="s2-fan-right-blade-3">
            <a:extLst xmlns:a="http://schemas.openxmlformats.org/drawingml/2006/main">
              <a:ext uri="{FF2B5EF4-FFF2-40B4-BE49-F238E27FC236}">
                <a16:creationId xmlns:a16="http://schemas.microsoft.com/office/drawing/2014/main" id="{4C00E30F-4699-4C7A-973C-3CC7DF44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40000">
            <a:off x="6293116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7" name="s2-fan-right-blade-4">
            <a:extLst xmlns:a="http://schemas.openxmlformats.org/drawingml/2006/main">
              <a:ext uri="{FF2B5EF4-FFF2-40B4-BE49-F238E27FC236}">
                <a16:creationId xmlns:a16="http://schemas.microsoft.com/office/drawing/2014/main" id="{E209435E-6819-4D15-BC24-6C677A0F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60000">
            <a:off x="6013184" y="1611872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8" name="s2-fan-right-blade-5">
            <a:extLst xmlns:a="http://schemas.openxmlformats.org/drawingml/2006/main">
              <a:ext uri="{FF2B5EF4-FFF2-40B4-BE49-F238E27FC236}">
                <a16:creationId xmlns:a16="http://schemas.microsoft.com/office/drawing/2014/main" id="{46853C16-A444-4BC6-8538-704BADA0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980000">
            <a:off x="5926680" y="1345640"/>
            <a:ext cx="190500" cy="323850"/>
          </a:xfrm>
          <a:prstGeom xmlns:a="http://schemas.openxmlformats.org/drawingml/2006/main" prst="teardrop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39" name="s2-fan-right-hub">
            <a:extLst xmlns:a="http://schemas.openxmlformats.org/drawingml/2006/main">
              <a:ext uri="{FF2B5EF4-FFF2-40B4-BE49-F238E27FC236}">
                <a16:creationId xmlns:a16="http://schemas.microsoft.com/office/drawing/2014/main" id="{F28E52EA-27C0-4E5F-9A7A-3A85B876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495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33"/>
            </a:solidFill>
            <a:prstDash val="solid"/>
          </a:ln>
        </p:spPr>
      </p:sp>
      <p:sp>
        <p:nvSpPr>
          <p:cNvPr id="40" name="s2-optical-platform">
            <a:extLst xmlns:a="http://schemas.openxmlformats.org/drawingml/2006/main">
              <a:ext uri="{FF2B5EF4-FFF2-40B4-BE49-F238E27FC236}">
                <a16:creationId xmlns:a16="http://schemas.microsoft.com/office/drawing/2014/main" id="{034E0749-2474-4C58-84FC-83B97099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952500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光学</a:t>
            </a:r>
          </a:p>
          <a:p xmlns:a="http://schemas.openxmlformats.org/drawingml/2006/main">
            <a:pPr algn="ctr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观测</a:t>
            </a:r>
          </a:p>
          <a:p xmlns:a="http://schemas.openxmlformats.org/drawingml/2006/main">
            <a:pPr algn="ctr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平台</a:t>
            </a:r>
          </a:p>
        </p:txBody>
      </p:sp>
      <p:sp>
        <p:nvSpPr>
          <p:cNvPr id="41" name="s2-contact-label">
            <a:extLst xmlns:a="http://schemas.openxmlformats.org/drawingml/2006/main">
              <a:ext uri="{FF2B5EF4-FFF2-40B4-BE49-F238E27FC236}">
                <a16:creationId xmlns:a16="http://schemas.microsoft.com/office/drawing/2014/main" id="{071233DD-5E51-49FA-B22C-F737D29F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010025"/>
            <a:ext cx="866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接触面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散热</a:t>
            </a:r>
          </a:p>
        </p:txBody>
      </p:sp>
    </p:spTree>
    <p:extLst>
      <p:ext uri="{BB962C8B-B14F-4D97-AF65-F5344CB8AC3E}">
        <p14:creationId xmlns:p14="http://schemas.microsoft.com/office/powerpoint/2010/main" val="1266251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2026-08-20T07:17:25.1280000Z</dcterms:created>
  <dcterms:modified xsi:type="dcterms:W3CDTF">2026-08-20T07:17:25.1290000Z</dcterms:modified>
</coreProperties>
</file>