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59" r:id="rId8"/>
    <p:sldId id="262" r:id="rId9"/>
    <p:sldId id="260" r:id="rId10"/>
    <p:sldId id="263" r:id="rId11"/>
    <p:sldId id="265" r:id="rId12"/>
    <p:sldId id="266" r:id="rId13"/>
    <p:sldId id="267" r:id="rId14"/>
    <p:sldId id="268" r:id="rId15"/>
    <p:sldId id="270" r:id="rId16"/>
    <p:sldId id="269" r:id="rId17"/>
  </p:sldIdLst>
  <p:sldSz cx="9525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" name="left-orange-vertical"/>
          <p:cNvSpPr>
            <a:spLocks noGrp="1"/>
          </p:cNvSpPr>
          <p:nvPr/>
        </p:nvSpPr>
        <p:spPr>
          <a:xfrm>
            <a:off x="781050" y="3238500"/>
            <a:ext cx="0" cy="1647825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2" name="left-orange-horizontal"/>
          <p:cNvSpPr>
            <a:spLocks noGrp="1"/>
          </p:cNvSpPr>
          <p:nvPr/>
        </p:nvSpPr>
        <p:spPr>
          <a:xfrm>
            <a:off x="781050" y="4886325"/>
            <a:ext cx="2419350" cy="0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3" name="left-loop-arrow"/>
          <p:cNvSpPr>
            <a:spLocks noGrp="1"/>
          </p:cNvSpPr>
          <p:nvPr/>
        </p:nvSpPr>
        <p:spPr>
          <a:xfrm>
            <a:off x="3000375" y="4762500"/>
            <a:ext cx="333375" cy="257175"/>
          </a:xfrm>
          <a:prstGeom prst="right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4" name="left-up-arrow"/>
          <p:cNvSpPr>
            <a:spLocks noGrp="1"/>
          </p:cNvSpPr>
          <p:nvPr/>
        </p:nvSpPr>
        <p:spPr>
          <a:xfrm>
            <a:off x="628650" y="3190875"/>
            <a:ext cx="304800" cy="381000"/>
          </a:xfrm>
          <a:prstGeom prst="up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5" name="rs422-line"/>
          <p:cNvSpPr>
            <a:spLocks noGrp="1"/>
          </p:cNvSpPr>
          <p:nvPr/>
        </p:nvSpPr>
        <p:spPr>
          <a:xfrm>
            <a:off x="4572000" y="2943225"/>
            <a:ext cx="0" cy="1609725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6" name="rs422-up"/>
          <p:cNvSpPr>
            <a:spLocks noGrp="1"/>
          </p:cNvSpPr>
          <p:nvPr/>
        </p:nvSpPr>
        <p:spPr>
          <a:xfrm>
            <a:off x="4419600" y="2886075"/>
            <a:ext cx="304800" cy="361950"/>
          </a:xfrm>
          <a:prstGeom prst="up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7" name="rs422-down"/>
          <p:cNvSpPr>
            <a:spLocks noGrp="1"/>
          </p:cNvSpPr>
          <p:nvPr/>
        </p:nvSpPr>
        <p:spPr>
          <a:xfrm>
            <a:off x="4419600" y="4371975"/>
            <a:ext cx="304800" cy="361950"/>
          </a:xfrm>
          <a:prstGeom prst="down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8" name="right-orange-horizontal"/>
          <p:cNvSpPr>
            <a:spLocks noGrp="1"/>
          </p:cNvSpPr>
          <p:nvPr/>
        </p:nvSpPr>
        <p:spPr>
          <a:xfrm>
            <a:off x="6086475" y="4886325"/>
            <a:ext cx="2543175" cy="0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9" name="right-orange-vertical"/>
          <p:cNvSpPr>
            <a:spLocks noGrp="1"/>
          </p:cNvSpPr>
          <p:nvPr/>
        </p:nvSpPr>
        <p:spPr>
          <a:xfrm>
            <a:off x="8629650" y="2457450"/>
            <a:ext cx="0" cy="2428875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10" name="right-loop-left"/>
          <p:cNvSpPr>
            <a:spLocks noGrp="1"/>
          </p:cNvSpPr>
          <p:nvPr/>
        </p:nvSpPr>
        <p:spPr>
          <a:xfrm>
            <a:off x="5905500" y="4762500"/>
            <a:ext cx="333375" cy="257175"/>
          </a:xfrm>
          <a:prstGeom prst="left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11" name="right-up-arrow"/>
          <p:cNvSpPr>
            <a:spLocks noGrp="1"/>
          </p:cNvSpPr>
          <p:nvPr/>
        </p:nvSpPr>
        <p:spPr>
          <a:xfrm>
            <a:off x="8477250" y="2343150"/>
            <a:ext cx="304800" cy="381000"/>
          </a:xfrm>
          <a:prstGeom prst="up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12" name="data-up"/>
          <p:cNvSpPr>
            <a:spLocks noGrp="1"/>
          </p:cNvSpPr>
          <p:nvPr/>
        </p:nvSpPr>
        <p:spPr>
          <a:xfrm>
            <a:off x="3714750" y="5095875"/>
            <a:ext cx="323850" cy="476250"/>
          </a:xfrm>
          <a:prstGeom prst="up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3" name="data-down"/>
          <p:cNvSpPr>
            <a:spLocks noGrp="1"/>
          </p:cNvSpPr>
          <p:nvPr/>
        </p:nvSpPr>
        <p:spPr>
          <a:xfrm>
            <a:off x="3714750" y="5476875"/>
            <a:ext cx="323850" cy="476250"/>
          </a:xfrm>
          <a:prstGeom prst="down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4" name="power-up"/>
          <p:cNvSpPr>
            <a:spLocks noGrp="1"/>
          </p:cNvSpPr>
          <p:nvPr/>
        </p:nvSpPr>
        <p:spPr>
          <a:xfrm>
            <a:off x="5429250" y="2905125"/>
            <a:ext cx="361950" cy="3057525"/>
          </a:xfrm>
          <a:prstGeom prst="up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5" name="ccd-dashed-link"/>
          <p:cNvSpPr>
            <a:spLocks noGrp="1"/>
          </p:cNvSpPr>
          <p:nvPr/>
        </p:nvSpPr>
        <p:spPr>
          <a:xfrm>
            <a:off x="5905500" y="1257300"/>
            <a:ext cx="1943100" cy="0"/>
          </a:xfrm>
          <a:prstGeom prst="line">
            <a:avLst/>
          </a:prstGeom>
          <a:noFill/>
          <a:ln w="47625">
            <a:solidFill>
              <a:srgbClr val="3F69A8"/>
            </a:solidFill>
            <a:prstDash val="dash"/>
          </a:ln>
        </p:spPr>
      </p:sp>
      <p:sp>
        <p:nvSpPr>
          <p:cNvPr id="16" name="ccd-left-arrow"/>
          <p:cNvSpPr>
            <a:spLocks noGrp="1"/>
          </p:cNvSpPr>
          <p:nvPr/>
        </p:nvSpPr>
        <p:spPr>
          <a:xfrm>
            <a:off x="5781675" y="1143000"/>
            <a:ext cx="295275" cy="238125"/>
          </a:xfrm>
          <a:prstGeom prst="left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7" name="left-module-boundary"/>
          <p:cNvSpPr>
            <a:spLocks noGrp="1"/>
          </p:cNvSpPr>
          <p:nvPr/>
        </p:nvSpPr>
        <p:spPr>
          <a:xfrm>
            <a:off x="66675" y="19050"/>
            <a:ext cx="1809750" cy="3009900"/>
          </a:xfrm>
          <a:prstGeom prst="rect">
            <a:avLst/>
          </a:prstGeom>
          <a:noFill/>
          <a:ln w="28575">
            <a:solidFill>
              <a:srgbClr val="D91F26"/>
            </a:solidFill>
            <a:prstDash val="dash"/>
          </a:ln>
        </p:spPr>
      </p:sp>
      <p:sp>
        <p:nvSpPr>
          <p:cNvPr id="18" name="small-flow-module"/>
          <p:cNvSpPr>
            <a:spLocks noGrp="1"/>
          </p:cNvSpPr>
          <p:nvPr/>
        </p:nvSpPr>
        <p:spPr>
          <a:xfrm>
            <a:off x="257175" y="190500"/>
            <a:ext cx="1381125" cy="1066800"/>
          </a:xfrm>
          <a:prstGeom prst="rect">
            <a:avLst/>
          </a:prstGeom>
          <a:solidFill>
            <a:srgbClr val="D9D7F0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小流量供</a:t>
            </a:r>
            <a:endParaRPr sz="1650" b="1">
              <a:solidFill>
                <a:srgbClr val="111111"/>
              </a:solidFill>
            </a:endParaRPr>
          </a:p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9" name="large-flow-module"/>
          <p:cNvSpPr>
            <a:spLocks noGrp="1"/>
          </p:cNvSpPr>
          <p:nvPr/>
        </p:nvSpPr>
        <p:spPr>
          <a:xfrm>
            <a:off x="257175" y="1695450"/>
            <a:ext cx="1381125" cy="1066800"/>
          </a:xfrm>
          <a:prstGeom prst="rect">
            <a:avLst/>
          </a:prstGeom>
          <a:solidFill>
            <a:srgbClr val="D9D7F0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大流量供</a:t>
            </a:r>
            <a:endParaRPr sz="1650" b="1">
              <a:solidFill>
                <a:srgbClr val="111111"/>
              </a:solidFill>
            </a:endParaRPr>
          </a:p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y52-pipe"/>
          <p:cNvSpPr>
            <a:spLocks noGrp="1"/>
          </p:cNvSpPr>
          <p:nvPr/>
        </p:nvSpPr>
        <p:spPr>
          <a:xfrm>
            <a:off x="1638300" y="476250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1" name="y51-pipe"/>
          <p:cNvSpPr>
            <a:spLocks noGrp="1"/>
          </p:cNvSpPr>
          <p:nvPr/>
        </p:nvSpPr>
        <p:spPr>
          <a:xfrm>
            <a:off x="1638300" y="885825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2" name="y54-pipe"/>
          <p:cNvSpPr>
            <a:spLocks noGrp="1"/>
          </p:cNvSpPr>
          <p:nvPr/>
        </p:nvSpPr>
        <p:spPr>
          <a:xfrm>
            <a:off x="1638300" y="2000250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3" name="y53-pipe"/>
          <p:cNvSpPr>
            <a:spLocks noGrp="1"/>
          </p:cNvSpPr>
          <p:nvPr/>
        </p:nvSpPr>
        <p:spPr>
          <a:xfrm>
            <a:off x="1638300" y="2409825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4" name="y52"/>
          <p:cNvSpPr>
            <a:spLocks noGrp="1"/>
          </p:cNvSpPr>
          <p:nvPr/>
        </p:nvSpPr>
        <p:spPr>
          <a:xfrm>
            <a:off x="1685925" y="1524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Y52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5" name="y61"/>
          <p:cNvSpPr>
            <a:spLocks noGrp="1"/>
          </p:cNvSpPr>
          <p:nvPr/>
        </p:nvSpPr>
        <p:spPr>
          <a:xfrm>
            <a:off x="2724150" y="1524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Y61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6" name="dn8a"/>
          <p:cNvSpPr>
            <a:spLocks noGrp="1"/>
          </p:cNvSpPr>
          <p:nvPr/>
        </p:nvSpPr>
        <p:spPr>
          <a:xfrm>
            <a:off x="2219325" y="48577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7" name="y51"/>
          <p:cNvSpPr>
            <a:spLocks noGrp="1"/>
          </p:cNvSpPr>
          <p:nvPr/>
        </p:nvSpPr>
        <p:spPr>
          <a:xfrm>
            <a:off x="1685925" y="6858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Y51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8" name="y64"/>
          <p:cNvSpPr>
            <a:spLocks noGrp="1"/>
          </p:cNvSpPr>
          <p:nvPr/>
        </p:nvSpPr>
        <p:spPr>
          <a:xfrm>
            <a:off x="2724150" y="6858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Y64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9" name="dn8b"/>
          <p:cNvSpPr>
            <a:spLocks noGrp="1"/>
          </p:cNvSpPr>
          <p:nvPr/>
        </p:nvSpPr>
        <p:spPr>
          <a:xfrm>
            <a:off x="2219325" y="8953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0" name="y54"/>
          <p:cNvSpPr>
            <a:spLocks noGrp="1"/>
          </p:cNvSpPr>
          <p:nvPr/>
        </p:nvSpPr>
        <p:spPr>
          <a:xfrm>
            <a:off x="1685925" y="16764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Y54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1" name="y62"/>
          <p:cNvSpPr>
            <a:spLocks noGrp="1"/>
          </p:cNvSpPr>
          <p:nvPr/>
        </p:nvSpPr>
        <p:spPr>
          <a:xfrm>
            <a:off x="2724150" y="16764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Y62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2" name="dn12a"/>
          <p:cNvSpPr>
            <a:spLocks noGrp="1"/>
          </p:cNvSpPr>
          <p:nvPr/>
        </p:nvSpPr>
        <p:spPr>
          <a:xfrm>
            <a:off x="2152650" y="2000250"/>
            <a:ext cx="790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3" name="y53"/>
          <p:cNvSpPr>
            <a:spLocks noGrp="1"/>
          </p:cNvSpPr>
          <p:nvPr/>
        </p:nvSpPr>
        <p:spPr>
          <a:xfrm>
            <a:off x="1685925" y="2085975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Y53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4" name="y63"/>
          <p:cNvSpPr>
            <a:spLocks noGrp="1"/>
          </p:cNvSpPr>
          <p:nvPr/>
        </p:nvSpPr>
        <p:spPr>
          <a:xfrm>
            <a:off x="2724150" y="2085975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Y63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5" name="dn12b"/>
          <p:cNvSpPr>
            <a:spLocks noGrp="1"/>
          </p:cNvSpPr>
          <p:nvPr/>
        </p:nvSpPr>
        <p:spPr>
          <a:xfrm>
            <a:off x="2152650" y="2419350"/>
            <a:ext cx="790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6" name="left-precontrol"/>
          <p:cNvSpPr>
            <a:spLocks noGrp="1"/>
          </p:cNvSpPr>
          <p:nvPr/>
        </p:nvSpPr>
        <p:spPr>
          <a:xfrm>
            <a:off x="66675" y="3095625"/>
            <a:ext cx="1809750" cy="457200"/>
          </a:xfrm>
          <a:prstGeom prst="rect">
            <a:avLst/>
          </a:prstGeom>
          <a:solidFill>
            <a:srgbClr val="D91F26"/>
          </a:solidFill>
          <a:ln w="19050">
            <a:solidFill>
              <a:srgbClr val="9A1820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7" name="experiment-module"/>
          <p:cNvSpPr>
            <a:spLocks noGrp="1"/>
          </p:cNvSpPr>
          <p:nvPr/>
        </p:nvSpPr>
        <p:spPr>
          <a:xfrm>
            <a:off x="3333750" y="19050"/>
            <a:ext cx="2447925" cy="2905125"/>
          </a:xfrm>
          <a:prstGeom prst="rect">
            <a:avLst/>
          </a:prstGeom>
          <a:solidFill>
            <a:srgbClr val="9BCB91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电场强化</a:t>
            </a:r>
            <a:endParaRPr sz="2325" b="1">
              <a:solidFill>
                <a:srgbClr val="111111"/>
              </a:solidFill>
            </a:endParaRPr>
          </a:p>
          <a:p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沸腾传热</a:t>
            </a:r>
            <a:endParaRPr sz="2325" b="1">
              <a:solidFill>
                <a:srgbClr val="111111"/>
              </a:solidFill>
            </a:endParaRPr>
          </a:p>
          <a:p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实验模块</a:t>
            </a:r>
            <a:endParaRPr sz="2325" b="1">
              <a:solidFill>
                <a:srgbClr val="111111"/>
              </a:solidFill>
            </a:endParaRPr>
          </a:p>
        </p:txBody>
      </p:sp>
      <p:sp>
        <p:nvSpPr>
          <p:cNvPr id="38" name="experiment-precontrol"/>
          <p:cNvSpPr>
            <a:spLocks noGrp="1"/>
          </p:cNvSpPr>
          <p:nvPr/>
        </p:nvSpPr>
        <p:spPr>
          <a:xfrm>
            <a:off x="3638550" y="2419350"/>
            <a:ext cx="1828800" cy="457200"/>
          </a:xfrm>
          <a:prstGeom prst="rect">
            <a:avLst/>
          </a:prstGeom>
          <a:solidFill>
            <a:srgbClr val="D91F26"/>
          </a:solidFill>
          <a:ln w="19050">
            <a:solidFill>
              <a:srgbClr val="9A1820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9" name="optical-platform"/>
          <p:cNvSpPr>
            <a:spLocks noGrp="1"/>
          </p:cNvSpPr>
          <p:nvPr/>
        </p:nvSpPr>
        <p:spPr>
          <a:xfrm>
            <a:off x="7867650" y="695325"/>
            <a:ext cx="1323975" cy="1057275"/>
          </a:xfrm>
          <a:prstGeom prst="rect">
            <a:avLst/>
          </a:prstGeom>
          <a:solidFill>
            <a:srgbClr val="D9D7F0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光学观测</a:t>
            </a:r>
            <a:endParaRPr sz="1650" b="1">
              <a:solidFill>
                <a:srgbClr val="111111"/>
              </a:solidFill>
            </a:endParaRPr>
          </a:p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平台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0" name="optical-precontrol"/>
          <p:cNvSpPr>
            <a:spLocks noGrp="1"/>
          </p:cNvSpPr>
          <p:nvPr/>
        </p:nvSpPr>
        <p:spPr>
          <a:xfrm>
            <a:off x="7600950" y="1752600"/>
            <a:ext cx="1847850" cy="457200"/>
          </a:xfrm>
          <a:prstGeom prst="rect">
            <a:avLst/>
          </a:prstGeom>
          <a:solidFill>
            <a:srgbClr val="D91F26"/>
          </a:solidFill>
          <a:ln w="19050">
            <a:solidFill>
              <a:srgbClr val="9A1820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41" name="ccd-label"/>
          <p:cNvSpPr>
            <a:spLocks noGrp="1"/>
          </p:cNvSpPr>
          <p:nvPr/>
        </p:nvSpPr>
        <p:spPr>
          <a:xfrm>
            <a:off x="6172200" y="695325"/>
            <a:ext cx="16097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左视细观CCD</a:t>
            </a:r>
            <a:endParaRPr sz="1275" b="1">
              <a:solidFill>
                <a:srgbClr val="111111"/>
              </a:solidFill>
            </a:endParaRPr>
          </a:p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左视高速CCD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42" name="main-control"/>
          <p:cNvSpPr>
            <a:spLocks noGrp="1"/>
          </p:cNvSpPr>
          <p:nvPr/>
        </p:nvSpPr>
        <p:spPr>
          <a:xfrm>
            <a:off x="3238500" y="4610100"/>
            <a:ext cx="2867025" cy="466725"/>
          </a:xfrm>
          <a:prstGeom prst="rect">
            <a:avLst/>
          </a:prstGeom>
          <a:solidFill>
            <a:srgbClr val="FFF51F"/>
          </a:solidFill>
          <a:ln w="19050">
            <a:solidFill>
              <a:srgbClr val="777000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两相柜实验主控单元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43" name="experiment-controller"/>
          <p:cNvSpPr>
            <a:spLocks noGrp="1"/>
          </p:cNvSpPr>
          <p:nvPr/>
        </p:nvSpPr>
        <p:spPr>
          <a:xfrm>
            <a:off x="3219450" y="5962650"/>
            <a:ext cx="2667000" cy="838200"/>
          </a:xfrm>
          <a:prstGeom prst="rect">
            <a:avLst/>
          </a:prstGeom>
          <a:solidFill>
            <a:srgbClr val="DCE4F2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实验柜控制器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4" name="rs422"/>
          <p:cNvSpPr>
            <a:spLocks noGrp="1"/>
          </p:cNvSpPr>
          <p:nvPr/>
        </p:nvSpPr>
        <p:spPr>
          <a:xfrm>
            <a:off x="3781425" y="358140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RS422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45" name="x83"/>
          <p:cNvSpPr>
            <a:spLocks noGrp="1"/>
          </p:cNvSpPr>
          <p:nvPr/>
        </p:nvSpPr>
        <p:spPr>
          <a:xfrm>
            <a:off x="4762500" y="30003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F69A8"/>
                </a:solidFill>
              </a:defRPr>
            </a:pPr>
            <a:r>
              <a:rPr sz="1425" b="1">
                <a:solidFill>
                  <a:srgbClr val="3F69A8"/>
                </a:solidFill>
              </a:rPr>
              <a:t>X83</a:t>
            </a:r>
            <a:endParaRPr sz="1425" b="1">
              <a:solidFill>
                <a:srgbClr val="3F69A8"/>
              </a:solidFill>
            </a:endParaRPr>
          </a:p>
        </p:txBody>
      </p:sp>
      <p:sp>
        <p:nvSpPr>
          <p:cNvPr id="46" name="x70"/>
          <p:cNvSpPr>
            <a:spLocks noGrp="1"/>
          </p:cNvSpPr>
          <p:nvPr/>
        </p:nvSpPr>
        <p:spPr>
          <a:xfrm>
            <a:off x="4762500" y="43148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C67E14"/>
                </a:solidFill>
              </a:defRPr>
            </a:pPr>
            <a:r>
              <a:rPr sz="1425" b="1">
                <a:solidFill>
                  <a:srgbClr val="C67E14"/>
                </a:solidFill>
              </a:rPr>
              <a:t>X70</a:t>
            </a:r>
            <a:endParaRPr sz="1425" b="1">
              <a:solidFill>
                <a:srgbClr val="C67E14"/>
              </a:solidFill>
            </a:endParaRPr>
          </a:p>
        </p:txBody>
      </p:sp>
      <p:sp>
        <p:nvSpPr>
          <p:cNvPr id="47" name="data-label"/>
          <p:cNvSpPr>
            <a:spLocks noGrp="1"/>
          </p:cNvSpPr>
          <p:nvPr/>
        </p:nvSpPr>
        <p:spPr>
          <a:xfrm>
            <a:off x="3009900" y="5191125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数据</a:t>
            </a:r>
            <a:endParaRPr sz="1350" b="1">
              <a:solidFill>
                <a:srgbClr val="D91F26"/>
              </a:solidFill>
            </a:endParaRPr>
          </a:p>
          <a:p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通讯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48" name="power-label"/>
          <p:cNvSpPr>
            <a:spLocks noGrp="1"/>
          </p:cNvSpPr>
          <p:nvPr/>
        </p:nvSpPr>
        <p:spPr>
          <a:xfrm>
            <a:off x="5867400" y="5172075"/>
            <a:ext cx="1123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100V供电</a:t>
            </a:r>
            <a:endParaRPr sz="1350" b="1">
              <a:solidFill>
                <a:srgbClr val="D91F26"/>
              </a:solidFill>
            </a:endParaRPr>
          </a:p>
          <a:p>
            <a:pPr algn="l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背插J95</a:t>
            </a:r>
            <a:endParaRPr sz="1350" b="1">
              <a:solidFill>
                <a:srgbClr val="D91F2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2-contact-line"/>
          <p:cNvSpPr>
            <a:spLocks noGrp="1"/>
          </p:cNvSpPr>
          <p:nvPr/>
        </p:nvSpPr>
        <p:spPr>
          <a:xfrm>
            <a:off x="7172325" y="3867150"/>
            <a:ext cx="105727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0" name="s2-contact-left"/>
          <p:cNvSpPr>
            <a:spLocks noGrp="1"/>
          </p:cNvSpPr>
          <p:nvPr/>
        </p:nvSpPr>
        <p:spPr>
          <a:xfrm>
            <a:off x="7086600" y="3762375"/>
            <a:ext cx="266700" cy="209550"/>
          </a:xfrm>
          <a:prstGeom prst="lef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s2-contact-right"/>
          <p:cNvSpPr>
            <a:spLocks noGrp="1"/>
          </p:cNvSpPr>
          <p:nvPr/>
        </p:nvSpPr>
        <p:spPr>
          <a:xfrm>
            <a:off x="8096250" y="3762375"/>
            <a:ext cx="266700" cy="2095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s2-liquid-title"/>
          <p:cNvSpPr>
            <a:spLocks noGrp="1"/>
          </p:cNvSpPr>
          <p:nvPr/>
        </p:nvSpPr>
        <p:spPr>
          <a:xfrm>
            <a:off x="695325" y="5516880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液冷</a:t>
            </a:r>
            <a:endParaRPr sz="2025" b="0">
              <a:solidFill>
                <a:srgbClr val="111111"/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66700" y="2872105"/>
            <a:ext cx="3752850" cy="2373630"/>
            <a:chOff x="420" y="2715"/>
            <a:chExt cx="5910" cy="3738"/>
          </a:xfrm>
        </p:grpSpPr>
        <p:sp>
          <p:nvSpPr>
            <p:cNvPr id="3" name="s2-small-return"/>
            <p:cNvSpPr>
              <a:spLocks noGrp="1"/>
            </p:cNvSpPr>
            <p:nvPr/>
          </p:nvSpPr>
          <p:spPr>
            <a:xfrm>
              <a:off x="3030" y="5085"/>
              <a:ext cx="3165" cy="0"/>
            </a:xfrm>
            <a:prstGeom prst="line">
              <a:avLst/>
            </a:prstGeom>
            <a:noFill/>
            <a:ln w="28575">
              <a:solidFill>
                <a:srgbClr val="111111"/>
              </a:solidFill>
              <a:prstDash val="solid"/>
            </a:ln>
          </p:spPr>
        </p:sp>
        <p:grpSp>
          <p:nvGrpSpPr>
            <p:cNvPr id="43" name="组合 42"/>
            <p:cNvGrpSpPr/>
            <p:nvPr/>
          </p:nvGrpSpPr>
          <p:grpSpPr>
            <a:xfrm>
              <a:off x="420" y="2715"/>
              <a:ext cx="5910" cy="3738"/>
              <a:chOff x="420" y="2715"/>
              <a:chExt cx="5910" cy="3738"/>
            </a:xfrm>
          </p:grpSpPr>
          <p:sp>
            <p:nvSpPr>
              <p:cNvPr id="42" name="s2-small-supply"/>
              <p:cNvSpPr>
                <a:spLocks noGrp="1"/>
              </p:cNvSpPr>
              <p:nvPr/>
            </p:nvSpPr>
            <p:spPr>
              <a:xfrm>
                <a:off x="3030" y="3945"/>
                <a:ext cx="3165" cy="0"/>
              </a:xfrm>
              <a:prstGeom prst="line">
                <a:avLst/>
              </a:prstGeom>
              <a:noFill/>
              <a:ln w="2857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2" name="s2-small-supply-head"/>
              <p:cNvSpPr>
                <a:spLocks noGrp="1"/>
              </p:cNvSpPr>
              <p:nvPr/>
            </p:nvSpPr>
            <p:spPr>
              <a:xfrm>
                <a:off x="5910" y="3780"/>
                <a:ext cx="420" cy="330"/>
              </a:xfrm>
              <a:prstGeom prst="rightArrow">
                <a:avLst/>
              </a:prstGeom>
              <a:solidFill>
                <a:srgbClr val="111111"/>
              </a:solidFill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4" name="s2-small-return-head"/>
              <p:cNvSpPr>
                <a:spLocks noGrp="1"/>
              </p:cNvSpPr>
              <p:nvPr/>
            </p:nvSpPr>
            <p:spPr>
              <a:xfrm>
                <a:off x="3000" y="4920"/>
                <a:ext cx="420" cy="330"/>
              </a:xfrm>
              <a:prstGeom prst="leftArrow">
                <a:avLst/>
              </a:prstGeom>
              <a:solidFill>
                <a:srgbClr val="111111"/>
              </a:solidFill>
              <a:ln w="9525">
                <a:solidFill>
                  <a:srgbClr val="111111"/>
                </a:solidFill>
                <a:prstDash val="solid"/>
              </a:ln>
            </p:spPr>
          </p:sp>
          <p:sp>
            <p:nvSpPr>
              <p:cNvPr id="12" name="s2-liquid-boundary"/>
              <p:cNvSpPr>
                <a:spLocks noGrp="1"/>
              </p:cNvSpPr>
              <p:nvPr/>
            </p:nvSpPr>
            <p:spPr>
              <a:xfrm>
                <a:off x="420" y="2715"/>
                <a:ext cx="2970" cy="3739"/>
              </a:xfrm>
              <a:prstGeom prst="rect">
                <a:avLst/>
              </a:prstGeom>
              <a:noFill/>
              <a:ln w="28575">
                <a:solidFill>
                  <a:srgbClr val="111111"/>
                </a:solidFill>
                <a:prstDash val="dash"/>
              </a:ln>
            </p:spPr>
          </p:sp>
          <p:sp>
            <p:nvSpPr>
              <p:cNvPr id="13" name="s2-small-module"/>
              <p:cNvSpPr>
                <a:spLocks noGrp="1"/>
              </p:cNvSpPr>
              <p:nvPr/>
            </p:nvSpPr>
            <p:spPr>
              <a:xfrm>
                <a:off x="675" y="3435"/>
                <a:ext cx="2355" cy="229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11111"/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2100" b="0">
                    <a:solidFill>
                      <a:srgbClr val="111111"/>
                    </a:solidFill>
                  </a:defRPr>
                </a:pPr>
                <a:r>
                  <a:rPr sz="2100" b="0">
                    <a:solidFill>
                      <a:srgbClr val="111111"/>
                    </a:solidFill>
                  </a:rPr>
                  <a:t>小流量</a:t>
                </a:r>
                <a:endParaRPr sz="2100" b="0">
                  <a:solidFill>
                    <a:srgbClr val="111111"/>
                  </a:solidFill>
                </a:endParaRPr>
              </a:p>
              <a:p>
                <a:pPr algn="ctr">
                  <a:defRPr sz="2100" b="0">
                    <a:solidFill>
                      <a:srgbClr val="111111"/>
                    </a:solidFill>
                  </a:defRPr>
                </a:pPr>
                <a:r>
                  <a:rPr sz="2100" b="0">
                    <a:solidFill>
                      <a:srgbClr val="111111"/>
                    </a:solidFill>
                  </a:rPr>
                  <a:t>供液模块</a:t>
                </a:r>
                <a:endParaRPr sz="2100" b="0">
                  <a:solidFill>
                    <a:srgbClr val="111111"/>
                  </a:solidFill>
                </a:endParaRPr>
              </a:p>
            </p:txBody>
          </p:sp>
          <p:sp>
            <p:nvSpPr>
              <p:cNvPr id="16" name="s2-y52"/>
              <p:cNvSpPr>
                <a:spLocks noGrp="1"/>
              </p:cNvSpPr>
              <p:nvPr/>
            </p:nvSpPr>
            <p:spPr>
              <a:xfrm>
                <a:off x="3330" y="3270"/>
                <a:ext cx="825" cy="54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1500" b="0">
                    <a:solidFill>
                      <a:srgbClr val="111111"/>
                    </a:solidFill>
                  </a:defRPr>
                </a:pPr>
                <a:r>
                  <a:rPr sz="1500" b="0">
                    <a:solidFill>
                      <a:srgbClr val="111111"/>
                    </a:solidFill>
                  </a:rPr>
                  <a:t>Y52</a:t>
                </a:r>
                <a:endParaRPr sz="1500" b="0">
                  <a:solidFill>
                    <a:srgbClr val="111111"/>
                  </a:solidFill>
                </a:endParaRPr>
              </a:p>
            </p:txBody>
          </p:sp>
          <p:sp>
            <p:nvSpPr>
              <p:cNvPr id="17" name="s2-y61"/>
              <p:cNvSpPr>
                <a:spLocks noGrp="1"/>
              </p:cNvSpPr>
              <p:nvPr/>
            </p:nvSpPr>
            <p:spPr>
              <a:xfrm>
                <a:off x="4980" y="3270"/>
                <a:ext cx="825" cy="54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1500" b="0">
                    <a:solidFill>
                      <a:srgbClr val="111111"/>
                    </a:solidFill>
                  </a:defRPr>
                </a:pPr>
                <a:r>
                  <a:rPr sz="1500" b="0">
                    <a:solidFill>
                      <a:srgbClr val="111111"/>
                    </a:solidFill>
                  </a:rPr>
                  <a:t>Y61</a:t>
                </a:r>
                <a:endParaRPr sz="1500" b="0">
                  <a:solidFill>
                    <a:srgbClr val="111111"/>
                  </a:solidFill>
                </a:endParaRPr>
              </a:p>
            </p:txBody>
          </p:sp>
          <p:sp>
            <p:nvSpPr>
              <p:cNvPr id="18" name="s2-dn8"/>
              <p:cNvSpPr>
                <a:spLocks noGrp="1"/>
              </p:cNvSpPr>
              <p:nvPr/>
            </p:nvSpPr>
            <p:spPr>
              <a:xfrm>
                <a:off x="4020" y="4260"/>
                <a:ext cx="105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1350" b="1">
                    <a:solidFill>
                      <a:srgbClr val="111111"/>
                    </a:solidFill>
                  </a:defRPr>
                </a:pPr>
                <a:r>
                  <a:rPr sz="1350" b="1">
                    <a:solidFill>
                      <a:srgbClr val="111111"/>
                    </a:solidFill>
                  </a:rPr>
                  <a:t>DN8</a:t>
                </a:r>
                <a:endParaRPr sz="1350" b="1">
                  <a:solidFill>
                    <a:srgbClr val="111111"/>
                  </a:solidFill>
                </a:endParaRPr>
              </a:p>
            </p:txBody>
          </p:sp>
          <p:sp>
            <p:nvSpPr>
              <p:cNvPr id="19" name="s2-y51"/>
              <p:cNvSpPr>
                <a:spLocks noGrp="1"/>
              </p:cNvSpPr>
              <p:nvPr/>
            </p:nvSpPr>
            <p:spPr>
              <a:xfrm>
                <a:off x="3330" y="5250"/>
                <a:ext cx="825" cy="54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1500" b="0">
                    <a:solidFill>
                      <a:srgbClr val="111111"/>
                    </a:solidFill>
                  </a:defRPr>
                </a:pPr>
                <a:r>
                  <a:rPr sz="1500" b="0">
                    <a:solidFill>
                      <a:srgbClr val="111111"/>
                    </a:solidFill>
                  </a:rPr>
                  <a:t>Y51</a:t>
                </a:r>
                <a:endParaRPr sz="1500" b="0">
                  <a:solidFill>
                    <a:srgbClr val="111111"/>
                  </a:solidFill>
                </a:endParaRPr>
              </a:p>
            </p:txBody>
          </p:sp>
          <p:sp>
            <p:nvSpPr>
              <p:cNvPr id="20" name="s2-y64"/>
              <p:cNvSpPr>
                <a:spLocks noGrp="1"/>
              </p:cNvSpPr>
              <p:nvPr/>
            </p:nvSpPr>
            <p:spPr>
              <a:xfrm>
                <a:off x="4980" y="5250"/>
                <a:ext cx="825" cy="54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1500" b="0">
                    <a:solidFill>
                      <a:srgbClr val="111111"/>
                    </a:solidFill>
                  </a:defRPr>
                </a:pPr>
                <a:r>
                  <a:rPr sz="1500" b="0">
                    <a:solidFill>
                      <a:srgbClr val="111111"/>
                    </a:solidFill>
                  </a:rPr>
                  <a:t>Y64</a:t>
                </a:r>
                <a:endParaRPr sz="1500" b="0">
                  <a:solidFill>
                    <a:srgbClr val="111111"/>
                  </a:solidFill>
                </a:endParaRPr>
              </a:p>
            </p:txBody>
          </p:sp>
        </p:grpSp>
      </p:grpSp>
      <p:sp>
        <p:nvSpPr>
          <p:cNvPr id="26" name="s2-experiment-module"/>
          <p:cNvSpPr>
            <a:spLocks noGrp="1"/>
          </p:cNvSpPr>
          <p:nvPr/>
        </p:nvSpPr>
        <p:spPr>
          <a:xfrm>
            <a:off x="3952875" y="2181225"/>
            <a:ext cx="3219450" cy="3419475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defRPr sz="3225" b="0">
                <a:solidFill>
                  <a:srgbClr val="111111"/>
                </a:solidFill>
              </a:defRPr>
            </a:pPr>
            <a:r>
              <a:rPr lang="zh-CN" sz="3225" b="0">
                <a:solidFill>
                  <a:srgbClr val="111111"/>
                </a:solidFill>
              </a:rPr>
              <a:t>新型无泵式沸腾散热</a:t>
            </a:r>
            <a:r>
              <a:rPr sz="3225" b="0">
                <a:solidFill>
                  <a:srgbClr val="111111"/>
                </a:solidFill>
              </a:rPr>
              <a:t>实验模块</a:t>
            </a:r>
            <a:endParaRPr sz="3225" b="0">
              <a:solidFill>
                <a:srgbClr val="111111"/>
              </a:solidFill>
            </a:endParaRPr>
          </a:p>
        </p:txBody>
      </p:sp>
      <p:sp>
        <p:nvSpPr>
          <p:cNvPr id="27" name="s2-air-title"/>
          <p:cNvSpPr>
            <a:spLocks noGrp="1"/>
          </p:cNvSpPr>
          <p:nvPr/>
        </p:nvSpPr>
        <p:spPr>
          <a:xfrm>
            <a:off x="4924425" y="666750"/>
            <a:ext cx="1295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风冷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28" name="s2-fan-left-blade-1"/>
          <p:cNvSpPr>
            <a:spLocks noGrp="1"/>
          </p:cNvSpPr>
          <p:nvPr/>
        </p:nvSpPr>
        <p:spPr>
          <a:xfrm rot="2700000">
            <a:off x="4762500" y="118110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9" name="s2-fan-left-blade-2"/>
          <p:cNvSpPr>
            <a:spLocks noGrp="1"/>
          </p:cNvSpPr>
          <p:nvPr/>
        </p:nvSpPr>
        <p:spPr>
          <a:xfrm rot="7020000">
            <a:off x="498897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0" name="s2-fan-left-blade-3"/>
          <p:cNvSpPr>
            <a:spLocks noGrp="1"/>
          </p:cNvSpPr>
          <p:nvPr/>
        </p:nvSpPr>
        <p:spPr>
          <a:xfrm rot="11340000">
            <a:off x="4902466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1" name="s2-fan-left-blade-4"/>
          <p:cNvSpPr>
            <a:spLocks noGrp="1"/>
          </p:cNvSpPr>
          <p:nvPr/>
        </p:nvSpPr>
        <p:spPr>
          <a:xfrm rot="15660000">
            <a:off x="4622534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2" name="s2-fan-left-blade-5"/>
          <p:cNvSpPr>
            <a:spLocks noGrp="1"/>
          </p:cNvSpPr>
          <p:nvPr/>
        </p:nvSpPr>
        <p:spPr>
          <a:xfrm rot="19980000">
            <a:off x="453603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3" name="s2-fan-left-hub"/>
          <p:cNvSpPr>
            <a:spLocks noGrp="1"/>
          </p:cNvSpPr>
          <p:nvPr/>
        </p:nvSpPr>
        <p:spPr>
          <a:xfrm>
            <a:off x="4772025" y="1495425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33333"/>
            </a:solidFill>
            <a:prstDash val="solid"/>
          </a:ln>
        </p:spPr>
      </p:sp>
      <p:sp>
        <p:nvSpPr>
          <p:cNvPr id="34" name="s2-fan-right-blade-1"/>
          <p:cNvSpPr>
            <a:spLocks noGrp="1"/>
          </p:cNvSpPr>
          <p:nvPr/>
        </p:nvSpPr>
        <p:spPr>
          <a:xfrm rot="2700000">
            <a:off x="6153150" y="118110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5" name="s2-fan-right-blade-2"/>
          <p:cNvSpPr>
            <a:spLocks noGrp="1"/>
          </p:cNvSpPr>
          <p:nvPr/>
        </p:nvSpPr>
        <p:spPr>
          <a:xfrm rot="7020000">
            <a:off x="637962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6" name="s2-fan-right-blade-3"/>
          <p:cNvSpPr>
            <a:spLocks noGrp="1"/>
          </p:cNvSpPr>
          <p:nvPr/>
        </p:nvSpPr>
        <p:spPr>
          <a:xfrm rot="11340000">
            <a:off x="6293116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7" name="s2-fan-right-blade-4"/>
          <p:cNvSpPr>
            <a:spLocks noGrp="1"/>
          </p:cNvSpPr>
          <p:nvPr/>
        </p:nvSpPr>
        <p:spPr>
          <a:xfrm rot="15660000">
            <a:off x="6013184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8" name="s2-fan-right-blade-5"/>
          <p:cNvSpPr>
            <a:spLocks noGrp="1"/>
          </p:cNvSpPr>
          <p:nvPr/>
        </p:nvSpPr>
        <p:spPr>
          <a:xfrm rot="19980000">
            <a:off x="592668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9" name="s2-fan-right-hub"/>
          <p:cNvSpPr>
            <a:spLocks noGrp="1"/>
          </p:cNvSpPr>
          <p:nvPr/>
        </p:nvSpPr>
        <p:spPr>
          <a:xfrm>
            <a:off x="6162675" y="1495425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33333"/>
            </a:solidFill>
            <a:prstDash val="solid"/>
          </a:ln>
        </p:spPr>
      </p:sp>
      <p:sp>
        <p:nvSpPr>
          <p:cNvPr id="40" name="s2-optical-platform"/>
          <p:cNvSpPr>
            <a:spLocks noGrp="1"/>
          </p:cNvSpPr>
          <p:nvPr/>
        </p:nvSpPr>
        <p:spPr>
          <a:xfrm>
            <a:off x="8248650" y="2857500"/>
            <a:ext cx="952500" cy="2009775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光学</a:t>
            </a:r>
            <a:endParaRPr sz="1950" b="0">
              <a:solidFill>
                <a:srgbClr val="111111"/>
              </a:solidFill>
            </a:endParaRPr>
          </a:p>
          <a:p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观测</a:t>
            </a:r>
            <a:endParaRPr sz="1950" b="0">
              <a:solidFill>
                <a:srgbClr val="111111"/>
              </a:solidFill>
            </a:endParaRPr>
          </a:p>
          <a:p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平台</a:t>
            </a:r>
            <a:endParaRPr sz="1950" b="0">
              <a:solidFill>
                <a:srgbClr val="111111"/>
              </a:solidFill>
            </a:endParaRPr>
          </a:p>
        </p:txBody>
      </p:sp>
      <p:sp>
        <p:nvSpPr>
          <p:cNvPr id="41" name="s2-contact-label"/>
          <p:cNvSpPr>
            <a:spLocks noGrp="1"/>
          </p:cNvSpPr>
          <p:nvPr/>
        </p:nvSpPr>
        <p:spPr>
          <a:xfrm>
            <a:off x="7267575" y="4010025"/>
            <a:ext cx="8667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接触面</a:t>
            </a:r>
            <a:endParaRPr sz="1575" b="0">
              <a:solidFill>
                <a:srgbClr val="111111"/>
              </a:solidFill>
            </a:endParaRPr>
          </a:p>
          <a:p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散热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826510" y="5229225"/>
            <a:ext cx="431800" cy="28829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33805" y="436499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Q1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33805" y="465328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Q2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33805" y="494157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Q3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" name="直接箭头连接符 7"/>
          <p:cNvCxnSpPr>
            <a:stCxn id="2" idx="3"/>
          </p:cNvCxnSpPr>
          <p:nvPr/>
        </p:nvCxnSpPr>
        <p:spPr>
          <a:xfrm>
            <a:off x="1751965" y="4470400"/>
            <a:ext cx="2074545" cy="7588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6" idx="1"/>
          </p:cNvCxnSpPr>
          <p:nvPr/>
        </p:nvCxnSpPr>
        <p:spPr>
          <a:xfrm>
            <a:off x="1751965" y="4725035"/>
            <a:ext cx="2074545" cy="6483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751965" y="5048885"/>
            <a:ext cx="2074545" cy="4686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55320" y="4076700"/>
            <a:ext cx="109664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T1 T2 T3 T4 T5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直接箭头连接符 15"/>
          <p:cNvCxnSpPr>
            <a:stCxn id="15" idx="3"/>
            <a:endCxn id="6" idx="0"/>
          </p:cNvCxnSpPr>
          <p:nvPr/>
        </p:nvCxnSpPr>
        <p:spPr>
          <a:xfrm>
            <a:off x="1751965" y="4182110"/>
            <a:ext cx="2290445" cy="10471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5763895" y="4204970"/>
            <a:ext cx="2934970" cy="823595"/>
            <a:chOff x="9077" y="6622"/>
            <a:chExt cx="4622" cy="1297"/>
          </a:xfrm>
        </p:grpSpPr>
        <p:sp>
          <p:nvSpPr>
            <p:cNvPr id="7" name="矩形 6"/>
            <p:cNvSpPr/>
            <p:nvPr/>
          </p:nvSpPr>
          <p:spPr>
            <a:xfrm>
              <a:off x="9077" y="7417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603" y="7101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Q4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H="1">
              <a:off x="9541" y="7267"/>
              <a:ext cx="3051" cy="1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2603" y="7589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Q5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H="1">
              <a:off x="9541" y="7755"/>
              <a:ext cx="3051" cy="2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2577" y="6622"/>
              <a:ext cx="1123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T6 T7 T8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" name="直接箭头连接符 17"/>
            <p:cNvCxnSpPr>
              <a:stCxn id="17" idx="1"/>
              <a:endCxn id="7" idx="0"/>
            </p:cNvCxnSpPr>
            <p:nvPr/>
          </p:nvCxnSpPr>
          <p:spPr>
            <a:xfrm flipH="1">
              <a:off x="9309" y="6788"/>
              <a:ext cx="3268" cy="62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209550" y="1700530"/>
            <a:ext cx="8705215" cy="1440815"/>
            <a:chOff x="330" y="6420"/>
            <a:chExt cx="13709" cy="2269"/>
          </a:xfrm>
        </p:grpSpPr>
        <p:sp>
          <p:nvSpPr>
            <p:cNvPr id="6" name="矩形 5"/>
            <p:cNvSpPr/>
            <p:nvPr/>
          </p:nvSpPr>
          <p:spPr>
            <a:xfrm>
              <a:off x="6026" y="8235"/>
              <a:ext cx="680" cy="45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077" y="7417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1943" y="6874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Q10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943" y="7328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Q11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943" y="7782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Q12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" name="直接箭头连接符 7"/>
            <p:cNvCxnSpPr>
              <a:stCxn id="2" idx="3"/>
            </p:cNvCxnSpPr>
            <p:nvPr/>
          </p:nvCxnSpPr>
          <p:spPr>
            <a:xfrm>
              <a:off x="2759" y="7040"/>
              <a:ext cx="3267" cy="119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>
              <a:endCxn id="6" idx="1"/>
            </p:cNvCxnSpPr>
            <p:nvPr/>
          </p:nvCxnSpPr>
          <p:spPr>
            <a:xfrm>
              <a:off x="2759" y="7441"/>
              <a:ext cx="3267" cy="102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2759" y="7951"/>
              <a:ext cx="3267" cy="73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12603" y="7101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Q13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H="1">
              <a:off x="9541" y="7267"/>
              <a:ext cx="3051" cy="1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2603" y="7589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Q14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H="1">
              <a:off x="9541" y="7755"/>
              <a:ext cx="3051" cy="2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330" y="6420"/>
              <a:ext cx="2429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T31 T32 T33 T34 T35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" name="直接箭头连接符 15"/>
            <p:cNvCxnSpPr>
              <a:stCxn id="15" idx="3"/>
              <a:endCxn id="6" idx="0"/>
            </p:cNvCxnSpPr>
            <p:nvPr/>
          </p:nvCxnSpPr>
          <p:spPr>
            <a:xfrm>
              <a:off x="2759" y="6586"/>
              <a:ext cx="3607" cy="164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2577" y="6622"/>
              <a:ext cx="1462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T36 T37 T38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" name="直接箭头连接符 17"/>
            <p:cNvCxnSpPr>
              <a:stCxn id="17" idx="1"/>
              <a:endCxn id="7" idx="0"/>
            </p:cNvCxnSpPr>
            <p:nvPr/>
          </p:nvCxnSpPr>
          <p:spPr>
            <a:xfrm flipH="1">
              <a:off x="9309" y="6788"/>
              <a:ext cx="3268" cy="62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770880" y="407924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009890" y="439674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Q6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" name="直接箭头连接符 11"/>
          <p:cNvCxnSpPr>
            <a:stCxn id="11" idx="1"/>
          </p:cNvCxnSpPr>
          <p:nvPr/>
        </p:nvCxnSpPr>
        <p:spPr>
          <a:xfrm flipH="1" flipV="1">
            <a:off x="6065520" y="4094480"/>
            <a:ext cx="1944370" cy="4076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009890" y="4725035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Q7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接箭头连接符 13"/>
          <p:cNvCxnSpPr>
            <a:stCxn id="13" idx="1"/>
          </p:cNvCxnSpPr>
          <p:nvPr/>
        </p:nvCxnSpPr>
        <p:spPr>
          <a:xfrm flipH="1" flipV="1">
            <a:off x="6065520" y="4237990"/>
            <a:ext cx="1944370" cy="59245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009890" y="4077335"/>
            <a:ext cx="85979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T9 T10 T11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>
            <a:stCxn id="17" idx="1"/>
            <a:endCxn id="3" idx="0"/>
          </p:cNvCxnSpPr>
          <p:nvPr/>
        </p:nvCxnSpPr>
        <p:spPr>
          <a:xfrm flipH="1" flipV="1">
            <a:off x="5918200" y="4079240"/>
            <a:ext cx="2091690" cy="1035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5763895" y="2995295"/>
            <a:ext cx="3106420" cy="824230"/>
            <a:chOff x="9077" y="6622"/>
            <a:chExt cx="4892" cy="1298"/>
          </a:xfrm>
        </p:grpSpPr>
        <p:sp>
          <p:nvSpPr>
            <p:cNvPr id="6" name="矩形 5"/>
            <p:cNvSpPr/>
            <p:nvPr/>
          </p:nvSpPr>
          <p:spPr>
            <a:xfrm>
              <a:off x="9077" y="7417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2603" y="7101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Q8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H="1">
              <a:off x="9541" y="7267"/>
              <a:ext cx="3051" cy="1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12603" y="7589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Q9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H="1">
              <a:off x="9541" y="7755"/>
              <a:ext cx="3051" cy="2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12577" y="6622"/>
              <a:ext cx="1392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T12 T13 T14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0" name="直接箭头连接符 19"/>
            <p:cNvCxnSpPr>
              <a:stCxn id="16" idx="1"/>
              <a:endCxn id="6" idx="0"/>
            </p:cNvCxnSpPr>
            <p:nvPr/>
          </p:nvCxnSpPr>
          <p:spPr>
            <a:xfrm flipH="1">
              <a:off x="9309" y="6788"/>
              <a:ext cx="3268" cy="62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763260" y="631825"/>
            <a:ext cx="3195955" cy="1939925"/>
            <a:chOff x="9077" y="4717"/>
            <a:chExt cx="5033" cy="3055"/>
          </a:xfrm>
        </p:grpSpPr>
        <p:sp>
          <p:nvSpPr>
            <p:cNvPr id="3" name="矩形 2"/>
            <p:cNvSpPr/>
            <p:nvPr/>
          </p:nvSpPr>
          <p:spPr>
            <a:xfrm>
              <a:off x="9088" y="6424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614" y="6924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Q15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" name="直接箭头连接符 11"/>
            <p:cNvCxnSpPr>
              <a:stCxn id="11" idx="1"/>
            </p:cNvCxnSpPr>
            <p:nvPr/>
          </p:nvCxnSpPr>
          <p:spPr>
            <a:xfrm flipH="1" flipV="1">
              <a:off x="9552" y="6448"/>
              <a:ext cx="3062" cy="64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2614" y="7441"/>
              <a:ext cx="81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Q16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" name="直接箭头连接符 13"/>
            <p:cNvCxnSpPr>
              <a:stCxn id="13" idx="1"/>
            </p:cNvCxnSpPr>
            <p:nvPr/>
          </p:nvCxnSpPr>
          <p:spPr>
            <a:xfrm flipH="1" flipV="1">
              <a:off x="9552" y="6674"/>
              <a:ext cx="3062" cy="93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12614" y="6421"/>
              <a:ext cx="1496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T39 T40 T41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" name="直接箭头连接符 17"/>
            <p:cNvCxnSpPr>
              <a:stCxn id="17" idx="1"/>
              <a:endCxn id="3" idx="0"/>
            </p:cNvCxnSpPr>
            <p:nvPr/>
          </p:nvCxnSpPr>
          <p:spPr>
            <a:xfrm flipH="1" flipV="1">
              <a:off x="9320" y="6424"/>
              <a:ext cx="3294" cy="16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" name="组合 3"/>
            <p:cNvGrpSpPr/>
            <p:nvPr/>
          </p:nvGrpSpPr>
          <p:grpSpPr>
            <a:xfrm>
              <a:off x="9077" y="4717"/>
              <a:ext cx="4892" cy="1298"/>
              <a:chOff x="9077" y="6622"/>
              <a:chExt cx="4892" cy="129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9077" y="7417"/>
                <a:ext cx="464" cy="3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12603" y="7101"/>
                <a:ext cx="816" cy="33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Q17</a:t>
                </a:r>
                <a:endPara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9" name="直接箭头连接符 8"/>
              <p:cNvCxnSpPr/>
              <p:nvPr/>
            </p:nvCxnSpPr>
            <p:spPr>
              <a:xfrm flipH="1">
                <a:off x="9541" y="7267"/>
                <a:ext cx="3051" cy="17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" name="矩形 9"/>
              <p:cNvSpPr/>
              <p:nvPr/>
            </p:nvSpPr>
            <p:spPr>
              <a:xfrm>
                <a:off x="12603" y="7589"/>
                <a:ext cx="816" cy="33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Q18</a:t>
                </a:r>
                <a:endPara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5" name="直接箭头连接符 14"/>
              <p:cNvCxnSpPr/>
              <p:nvPr/>
            </p:nvCxnSpPr>
            <p:spPr>
              <a:xfrm flipH="1">
                <a:off x="9541" y="7755"/>
                <a:ext cx="3051" cy="26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" name="矩形 15"/>
              <p:cNvSpPr/>
              <p:nvPr/>
            </p:nvSpPr>
            <p:spPr>
              <a:xfrm>
                <a:off x="12577" y="6622"/>
                <a:ext cx="1392" cy="33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T42 T43 T44</a:t>
                </a:r>
                <a:endPara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" name="直接箭头连接符 19"/>
              <p:cNvCxnSpPr>
                <a:stCxn id="16" idx="1"/>
                <a:endCxn id="6" idx="0"/>
              </p:cNvCxnSpPr>
              <p:nvPr/>
            </p:nvCxnSpPr>
            <p:spPr>
              <a:xfrm flipH="1">
                <a:off x="9309" y="6788"/>
                <a:ext cx="3268" cy="62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68625" y="530098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14700" y="459105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52395" y="392874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23635" y="470154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207125" y="411099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13790" y="515747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T15 T16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>
            <a:stCxn id="17" idx="3"/>
            <a:endCxn id="3" idx="1"/>
          </p:cNvCxnSpPr>
          <p:nvPr/>
        </p:nvCxnSpPr>
        <p:spPr>
          <a:xfrm>
            <a:off x="1751965" y="5262880"/>
            <a:ext cx="1216660" cy="1543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13790" y="44037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T17 T18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直接箭头连接符 13"/>
          <p:cNvCxnSpPr>
            <a:stCxn id="13" idx="3"/>
            <a:endCxn id="4" idx="1"/>
          </p:cNvCxnSpPr>
          <p:nvPr/>
        </p:nvCxnSpPr>
        <p:spPr>
          <a:xfrm>
            <a:off x="1751965" y="4509135"/>
            <a:ext cx="1562735" cy="1981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099820" y="375539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T19 T20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直接箭头连接符 15"/>
          <p:cNvCxnSpPr>
            <a:stCxn id="15" idx="3"/>
            <a:endCxn id="6" idx="1"/>
          </p:cNvCxnSpPr>
          <p:nvPr/>
        </p:nvCxnSpPr>
        <p:spPr>
          <a:xfrm>
            <a:off x="1737995" y="3860800"/>
            <a:ext cx="914400" cy="1841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858760" y="45815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T21 T22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0" name="直接箭头连接符 19"/>
          <p:cNvCxnSpPr>
            <a:endCxn id="8" idx="3"/>
          </p:cNvCxnSpPr>
          <p:nvPr/>
        </p:nvCxnSpPr>
        <p:spPr>
          <a:xfrm flipH="1">
            <a:off x="6518275" y="4701540"/>
            <a:ext cx="1340485" cy="1162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858760" y="397319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T23 T24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6490335" y="4110990"/>
            <a:ext cx="1340485" cy="1162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113790" y="1340485"/>
            <a:ext cx="7396480" cy="1776730"/>
            <a:chOff x="1732" y="5914"/>
            <a:chExt cx="11648" cy="2798"/>
          </a:xfrm>
        </p:grpSpPr>
        <p:sp>
          <p:nvSpPr>
            <p:cNvPr id="3" name="矩形 2"/>
            <p:cNvSpPr/>
            <p:nvPr/>
          </p:nvSpPr>
          <p:spPr>
            <a:xfrm>
              <a:off x="4675" y="8348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220" y="7230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177" y="6187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801" y="7404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9775" y="6474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754" y="8122"/>
              <a:ext cx="1005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T35 T36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" name="直接箭头连接符 17"/>
            <p:cNvCxnSpPr>
              <a:stCxn id="17" idx="3"/>
              <a:endCxn id="3" idx="1"/>
            </p:cNvCxnSpPr>
            <p:nvPr/>
          </p:nvCxnSpPr>
          <p:spPr>
            <a:xfrm>
              <a:off x="2759" y="8288"/>
              <a:ext cx="1916" cy="24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754" y="6935"/>
              <a:ext cx="1005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T37 T38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" name="直接箭头连接符 13"/>
            <p:cNvCxnSpPr>
              <a:stCxn id="13" idx="3"/>
              <a:endCxn id="4" idx="1"/>
            </p:cNvCxnSpPr>
            <p:nvPr/>
          </p:nvCxnSpPr>
          <p:spPr>
            <a:xfrm>
              <a:off x="2759" y="7101"/>
              <a:ext cx="2461" cy="3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732" y="5914"/>
              <a:ext cx="1005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T39 T40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" name="直接箭头连接符 15"/>
            <p:cNvCxnSpPr>
              <a:stCxn id="15" idx="3"/>
              <a:endCxn id="6" idx="1"/>
            </p:cNvCxnSpPr>
            <p:nvPr/>
          </p:nvCxnSpPr>
          <p:spPr>
            <a:xfrm>
              <a:off x="2737" y="6080"/>
              <a:ext cx="1440" cy="2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12376" y="7215"/>
              <a:ext cx="1005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T41 T42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0" name="直接箭头连接符 19"/>
            <p:cNvCxnSpPr>
              <a:endCxn id="8" idx="3"/>
            </p:cNvCxnSpPr>
            <p:nvPr/>
          </p:nvCxnSpPr>
          <p:spPr>
            <a:xfrm flipH="1">
              <a:off x="10265" y="7404"/>
              <a:ext cx="2111" cy="18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12376" y="6257"/>
              <a:ext cx="1005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T43 T44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H="1">
              <a:off x="10221" y="6474"/>
              <a:ext cx="2111" cy="18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898265" y="378904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614545" y="530098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99820" y="342900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T29 T30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直接箭头连接符 15"/>
          <p:cNvCxnSpPr>
            <a:stCxn id="15" idx="3"/>
            <a:endCxn id="6" idx="1"/>
          </p:cNvCxnSpPr>
          <p:nvPr/>
        </p:nvCxnSpPr>
        <p:spPr>
          <a:xfrm>
            <a:off x="1737995" y="3534410"/>
            <a:ext cx="2160270" cy="3708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858760" y="45815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T27 T28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0" name="直接箭头连接符 19"/>
          <p:cNvCxnSpPr>
            <a:stCxn id="19" idx="1"/>
            <a:endCxn id="8" idx="3"/>
          </p:cNvCxnSpPr>
          <p:nvPr/>
        </p:nvCxnSpPr>
        <p:spPr>
          <a:xfrm flipH="1">
            <a:off x="4909185" y="4686935"/>
            <a:ext cx="2949575" cy="7302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235065" y="3363595"/>
            <a:ext cx="2289175" cy="368935"/>
            <a:chOff x="9775" y="6257"/>
            <a:chExt cx="3605" cy="581"/>
          </a:xfrm>
        </p:grpSpPr>
        <p:sp>
          <p:nvSpPr>
            <p:cNvPr id="9" name="矩形 8"/>
            <p:cNvSpPr/>
            <p:nvPr/>
          </p:nvSpPr>
          <p:spPr>
            <a:xfrm>
              <a:off x="9775" y="6474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2376" y="6257"/>
              <a:ext cx="1005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T25 T26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H="1">
              <a:off x="10221" y="6474"/>
              <a:ext cx="2111" cy="18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190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94075" y="407733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233805" y="378904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T61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直接箭头连接符 15"/>
          <p:cNvCxnSpPr>
            <a:stCxn id="15" idx="3"/>
            <a:endCxn id="6" idx="1"/>
          </p:cNvCxnSpPr>
          <p:nvPr/>
        </p:nvCxnSpPr>
        <p:spPr>
          <a:xfrm>
            <a:off x="1871980" y="389445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394075" y="375602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33805" y="346773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T62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" name="直接箭头连接符 9"/>
          <p:cNvCxnSpPr>
            <a:stCxn id="7" idx="3"/>
            <a:endCxn id="4" idx="1"/>
          </p:cNvCxnSpPr>
          <p:nvPr/>
        </p:nvCxnSpPr>
        <p:spPr>
          <a:xfrm>
            <a:off x="1871980" y="357314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423285" y="173990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263015" y="145161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T63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" name="直接箭头连接符 12"/>
          <p:cNvCxnSpPr>
            <a:stCxn id="12" idx="3"/>
            <a:endCxn id="11" idx="1"/>
          </p:cNvCxnSpPr>
          <p:nvPr/>
        </p:nvCxnSpPr>
        <p:spPr>
          <a:xfrm>
            <a:off x="1901190" y="1557020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423285" y="144081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63015" y="11525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T64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>
            <a:stCxn id="17" idx="3"/>
            <a:endCxn id="14" idx="1"/>
          </p:cNvCxnSpPr>
          <p:nvPr/>
        </p:nvCxnSpPr>
        <p:spPr>
          <a:xfrm>
            <a:off x="1901190" y="125793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5204460" y="274764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426325" y="177292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T65 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6" name="直接箭头连接符 25"/>
          <p:cNvCxnSpPr>
            <a:stCxn id="25" idx="1"/>
            <a:endCxn id="24" idx="3"/>
          </p:cNvCxnSpPr>
          <p:nvPr/>
        </p:nvCxnSpPr>
        <p:spPr>
          <a:xfrm flipH="1">
            <a:off x="5499100" y="1878330"/>
            <a:ext cx="1927225" cy="9855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708650" y="276987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426325" y="226060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T66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9" name="直接箭头连接符 28"/>
          <p:cNvCxnSpPr>
            <a:stCxn id="28" idx="1"/>
          </p:cNvCxnSpPr>
          <p:nvPr/>
        </p:nvCxnSpPr>
        <p:spPr>
          <a:xfrm flipH="1">
            <a:off x="5986145" y="2366010"/>
            <a:ext cx="1440180" cy="4870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5204460" y="514032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426325" y="416560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T67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2" name="直接箭头连接符 31"/>
          <p:cNvCxnSpPr>
            <a:stCxn id="31" idx="1"/>
            <a:endCxn id="30" idx="3"/>
          </p:cNvCxnSpPr>
          <p:nvPr/>
        </p:nvCxnSpPr>
        <p:spPr>
          <a:xfrm flipH="1">
            <a:off x="5499100" y="4271010"/>
            <a:ext cx="1927225" cy="9855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5708650" y="516255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426325" y="465328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T68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5" name="直接箭头连接符 34"/>
          <p:cNvCxnSpPr>
            <a:stCxn id="34" idx="1"/>
          </p:cNvCxnSpPr>
          <p:nvPr/>
        </p:nvCxnSpPr>
        <p:spPr>
          <a:xfrm flipH="1">
            <a:off x="5986145" y="4758690"/>
            <a:ext cx="1440180" cy="4870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3423285" y="275907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263015" y="247078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T69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8" name="直接箭头连接符 37"/>
          <p:cNvCxnSpPr>
            <a:stCxn id="37" idx="3"/>
            <a:endCxn id="36" idx="1"/>
          </p:cNvCxnSpPr>
          <p:nvPr/>
        </p:nvCxnSpPr>
        <p:spPr>
          <a:xfrm>
            <a:off x="1901190" y="257619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4330065" y="141287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263015" y="67056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T70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1" name="直接箭头连接符 40"/>
          <p:cNvCxnSpPr>
            <a:stCxn id="40" idx="3"/>
            <a:endCxn id="39" idx="1"/>
          </p:cNvCxnSpPr>
          <p:nvPr/>
        </p:nvCxnSpPr>
        <p:spPr>
          <a:xfrm>
            <a:off x="1901190" y="775970"/>
            <a:ext cx="2428875" cy="7531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027430" y="4319270"/>
            <a:ext cx="2733675" cy="640715"/>
            <a:chOff x="2525" y="5235"/>
            <a:chExt cx="4305" cy="1009"/>
          </a:xfrm>
        </p:grpSpPr>
        <p:sp>
          <p:nvSpPr>
            <p:cNvPr id="6" name="矩形 5"/>
            <p:cNvSpPr/>
            <p:nvPr/>
          </p:nvSpPr>
          <p:spPr>
            <a:xfrm>
              <a:off x="6366" y="5879"/>
              <a:ext cx="464" cy="36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525" y="5235"/>
              <a:ext cx="1005" cy="33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T72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" name="直接箭头连接符 15"/>
            <p:cNvCxnSpPr>
              <a:stCxn id="15" idx="3"/>
            </p:cNvCxnSpPr>
            <p:nvPr/>
          </p:nvCxnSpPr>
          <p:spPr>
            <a:xfrm>
              <a:off x="3530" y="5401"/>
              <a:ext cx="2836" cy="6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6418580" y="407733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714615" y="350139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T71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" name="直接箭头连接符 21"/>
          <p:cNvCxnSpPr>
            <a:stCxn id="21" idx="1"/>
          </p:cNvCxnSpPr>
          <p:nvPr/>
        </p:nvCxnSpPr>
        <p:spPr>
          <a:xfrm flipH="1">
            <a:off x="6701790" y="3606800"/>
            <a:ext cx="1012825" cy="5867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655" y="0"/>
            <a:ext cx="5393690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313940" y="548640"/>
            <a:ext cx="494601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7066280" y="188595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138670" y="116840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FF0000"/>
                </a:solidFill>
              </a:rPr>
              <a:t>SPU</a:t>
            </a:r>
            <a:r>
              <a:rPr lang="zh-CN" altLang="en-US" sz="1200" b="1">
                <a:solidFill>
                  <a:srgbClr val="FF0000"/>
                </a:solidFill>
              </a:rPr>
              <a:t>右侧板边</a:t>
            </a:r>
            <a:r>
              <a:rPr lang="zh-CN" altLang="en-US" sz="1200" b="1">
                <a:solidFill>
                  <a:srgbClr val="FF0000"/>
                </a:solidFill>
              </a:rPr>
              <a:t>侧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10425" y="621030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FF0000"/>
                </a:solidFill>
              </a:rPr>
              <a:t>SPU</a:t>
            </a:r>
            <a:r>
              <a:rPr lang="zh-CN" altLang="en-US" sz="1200" b="1">
                <a:solidFill>
                  <a:srgbClr val="FF0000"/>
                </a:solidFill>
              </a:rPr>
              <a:t>后盖板边</a:t>
            </a:r>
            <a:r>
              <a:rPr lang="zh-CN" altLang="en-US" sz="1200" b="1">
                <a:solidFill>
                  <a:srgbClr val="FF0000"/>
                </a:solidFill>
              </a:rPr>
              <a:t>侧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953760" y="18796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975985" y="5713095"/>
            <a:ext cx="104775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803900" y="5420995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FF0000"/>
                </a:solidFill>
              </a:rPr>
              <a:t>107.3mm</a:t>
            </a:r>
            <a:endParaRPr lang="en-US" sz="1200" b="1">
              <a:solidFill>
                <a:srgbClr val="FF0000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5874385" y="18923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6033135" y="18923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6063615" y="6093460"/>
            <a:ext cx="98933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5890895" y="6381115"/>
            <a:ext cx="1148715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874385" y="5805170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FF0000"/>
                </a:solidFill>
              </a:rPr>
              <a:t>99.3mm</a:t>
            </a:r>
            <a:endParaRPr lang="en-US" sz="1200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770245" y="6093460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FF0000"/>
                </a:solidFill>
              </a:rPr>
              <a:t>115.3mm</a:t>
            </a:r>
            <a:endParaRPr lang="en-US" sz="1200" b="1">
              <a:solidFill>
                <a:srgbClr val="FF0000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375910" y="4725035"/>
            <a:ext cx="1550670" cy="0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375910" y="4110990"/>
            <a:ext cx="1550670" cy="0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375910" y="3500755"/>
            <a:ext cx="1550670" cy="0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7504430" y="3284855"/>
            <a:ext cx="1318895" cy="2755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rgbClr val="FF0000"/>
                </a:solidFill>
                <a:sym typeface="+mn-ea"/>
              </a:rPr>
              <a:t>距后</a:t>
            </a:r>
            <a:r>
              <a:rPr lang="en-US" sz="1200" b="1">
                <a:solidFill>
                  <a:srgbClr val="FF0000"/>
                </a:solidFill>
                <a:sym typeface="+mn-ea"/>
              </a:rPr>
              <a:t>288.7</a:t>
            </a:r>
            <a:r>
              <a:rPr lang="en-US" sz="1200" b="1">
                <a:solidFill>
                  <a:srgbClr val="FF0000"/>
                </a:solidFill>
                <a:sym typeface="+mn-ea"/>
              </a:rPr>
              <a:t>mm</a:t>
            </a:r>
            <a:endParaRPr lang="en-US" sz="12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04430" y="3896995"/>
            <a:ext cx="1318895" cy="2755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rgbClr val="FF0000"/>
                </a:solidFill>
                <a:sym typeface="+mn-ea"/>
              </a:rPr>
              <a:t>距后</a:t>
            </a:r>
            <a:r>
              <a:rPr lang="en-US" sz="1200" b="1">
                <a:solidFill>
                  <a:srgbClr val="FF0000"/>
                </a:solidFill>
                <a:sym typeface="+mn-ea"/>
              </a:rPr>
              <a:t>348.7</a:t>
            </a:r>
            <a:r>
              <a:rPr lang="en-US" sz="1200" b="1">
                <a:solidFill>
                  <a:srgbClr val="FF0000"/>
                </a:solidFill>
                <a:sym typeface="+mn-ea"/>
              </a:rPr>
              <a:t>mm</a:t>
            </a:r>
            <a:endParaRPr lang="en-US" sz="12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504430" y="4509135"/>
            <a:ext cx="1318895" cy="2755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rgbClr val="FF0000"/>
                </a:solidFill>
                <a:sym typeface="+mn-ea"/>
              </a:rPr>
              <a:t>距后</a:t>
            </a:r>
            <a:r>
              <a:rPr lang="en-US" sz="1200" b="1">
                <a:solidFill>
                  <a:srgbClr val="FF0000"/>
                </a:solidFill>
                <a:sym typeface="+mn-ea"/>
              </a:rPr>
              <a:t>408.7</a:t>
            </a:r>
            <a:r>
              <a:rPr lang="en-US" sz="1200" b="1">
                <a:solidFill>
                  <a:srgbClr val="FF0000"/>
                </a:solidFill>
                <a:sym typeface="+mn-ea"/>
              </a:rPr>
              <a:t>mm</a:t>
            </a:r>
            <a:endParaRPr lang="en-US" sz="1200" b="1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 flipH="1">
            <a:off x="6851015" y="3418205"/>
            <a:ext cx="653415" cy="831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>
            <a:off x="6851015" y="4027805"/>
            <a:ext cx="653415" cy="831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6851015" y="4653280"/>
            <a:ext cx="653415" cy="831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655" y="0"/>
            <a:ext cx="5393690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489075" y="548640"/>
            <a:ext cx="6570980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7066280" y="188595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138670" y="116840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FF0000"/>
                </a:solidFill>
              </a:rPr>
              <a:t>SPU</a:t>
            </a:r>
            <a:r>
              <a:rPr lang="zh-CN" altLang="en-US" sz="1200" b="1">
                <a:solidFill>
                  <a:srgbClr val="FF0000"/>
                </a:solidFill>
              </a:rPr>
              <a:t>右侧板边</a:t>
            </a:r>
            <a:r>
              <a:rPr lang="zh-CN" altLang="en-US" sz="1200" b="1">
                <a:solidFill>
                  <a:srgbClr val="FF0000"/>
                </a:solidFill>
              </a:rPr>
              <a:t>侧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10425" y="621030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FF0000"/>
                </a:solidFill>
              </a:rPr>
              <a:t>SPU</a:t>
            </a:r>
            <a:r>
              <a:rPr lang="zh-CN" altLang="en-US" sz="1200" b="1">
                <a:solidFill>
                  <a:srgbClr val="FF0000"/>
                </a:solidFill>
              </a:rPr>
              <a:t>后盖板边</a:t>
            </a:r>
            <a:r>
              <a:rPr lang="zh-CN" altLang="en-US" sz="1200" b="1">
                <a:solidFill>
                  <a:srgbClr val="FF0000"/>
                </a:solidFill>
              </a:rPr>
              <a:t>侧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953760" y="18796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975985" y="5713095"/>
            <a:ext cx="104775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728970" y="5445125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FF0000"/>
                </a:solidFill>
              </a:rPr>
              <a:t>107.3mm</a:t>
            </a:r>
            <a:endParaRPr lang="en-US" sz="1200" b="1">
              <a:solidFill>
                <a:srgbClr val="FF0000"/>
              </a:solidFill>
            </a:endParaRPr>
          </a:p>
        </p:txBody>
      </p:sp>
      <p:pic>
        <p:nvPicPr>
          <p:cNvPr id="14" name="图片 13" descr="111"/>
          <p:cNvPicPr>
            <a:picLocks noChangeAspect="1"/>
          </p:cNvPicPr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>
            <a:off x="1954530" y="-9525"/>
            <a:ext cx="9153525" cy="7516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5710"/>
            <a:ext cx="9525000" cy="438658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303780" y="1772920"/>
            <a:ext cx="690054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324100" y="3717290"/>
            <a:ext cx="695261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426960" y="1412875"/>
            <a:ext cx="1720215" cy="27559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1200" b="1">
                <a:solidFill>
                  <a:srgbClr val="FF0000"/>
                </a:solidFill>
              </a:rPr>
              <a:t>SPU 背部顶板外侧</a:t>
            </a:r>
            <a:endParaRPr lang="zh-CN" altLang="en-US" sz="12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82815" y="1857375"/>
            <a:ext cx="1508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FF0000"/>
                </a:solidFill>
              </a:rPr>
              <a:t>145mm</a:t>
            </a:r>
            <a:endParaRPr lang="en-US" sz="1200" b="1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715250" y="1844675"/>
            <a:ext cx="0" cy="180022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WPS 演示</Application>
  <PresentationFormat>Converted Presentation</PresentationFormat>
  <Paragraphs>216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崔庆杰</cp:lastModifiedBy>
  <cp:revision>3</cp:revision>
  <dcterms:created xsi:type="dcterms:W3CDTF">2026-08-20T07:21:00Z</dcterms:created>
  <dcterms:modified xsi:type="dcterms:W3CDTF">2026-08-25T02:36:26Z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C0921C8142D5476A94C626224B4A1C2C_12</vt:lpwstr>
  </property>
  <property fmtid="{D5CDD505-2E9C-101B-9397-08002B2CF9AE}" pid="3" name="KSOProductBuildVer">
    <vt:lpwstr>2052-12.1.0.26895</vt:lpwstr>
  </property>
</Properties>
</file>