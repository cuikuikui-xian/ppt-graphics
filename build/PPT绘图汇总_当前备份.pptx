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</p:sldIdLst>
  <p:sldSz cx="9525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jpeg"/><Relationship Id="rId1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7" Type="http://schemas.openxmlformats.org/officeDocument/2006/relationships/notesSlide" Target="../notesSlides/notesSlide16.xml"/><Relationship Id="rId36" Type="http://schemas.openxmlformats.org/officeDocument/2006/relationships/slideLayout" Target="../slideLayouts/slideLayout1.xml"/><Relationship Id="rId35" Type="http://schemas.openxmlformats.org/officeDocument/2006/relationships/tags" Target="../tags/tag35.xml"/><Relationship Id="rId34" Type="http://schemas.openxmlformats.org/officeDocument/2006/relationships/tags" Target="../tags/tag34.xml"/><Relationship Id="rId33" Type="http://schemas.openxmlformats.org/officeDocument/2006/relationships/tags" Target="../tags/tag33.xml"/><Relationship Id="rId32" Type="http://schemas.openxmlformats.org/officeDocument/2006/relationships/tags" Target="../tags/tag32.xml"/><Relationship Id="rId31" Type="http://schemas.openxmlformats.org/officeDocument/2006/relationships/tags" Target="../tags/tag31.xml"/><Relationship Id="rId30" Type="http://schemas.openxmlformats.org/officeDocument/2006/relationships/tags" Target="../tags/tag30.xml"/><Relationship Id="rId3" Type="http://schemas.openxmlformats.org/officeDocument/2006/relationships/tags" Target="../tags/tag3.xml"/><Relationship Id="rId29" Type="http://schemas.openxmlformats.org/officeDocument/2006/relationships/tags" Target="../tags/tag29.xml"/><Relationship Id="rId28" Type="http://schemas.openxmlformats.org/officeDocument/2006/relationships/tags" Target="../tags/tag28.xml"/><Relationship Id="rId27" Type="http://schemas.openxmlformats.org/officeDocument/2006/relationships/tags" Target="../tags/tag27.xml"/><Relationship Id="rId26" Type="http://schemas.openxmlformats.org/officeDocument/2006/relationships/tags" Target="../tags/tag26.xml"/><Relationship Id="rId25" Type="http://schemas.openxmlformats.org/officeDocument/2006/relationships/tags" Target="../tags/tag25.xml"/><Relationship Id="rId24" Type="http://schemas.openxmlformats.org/officeDocument/2006/relationships/tags" Target="../tags/tag24.xml"/><Relationship Id="rId23" Type="http://schemas.openxmlformats.org/officeDocument/2006/relationships/tags" Target="../tags/tag23.xml"/><Relationship Id="rId22" Type="http://schemas.openxmlformats.org/officeDocument/2006/relationships/tags" Target="../tags/tag22.xml"/><Relationship Id="rId21" Type="http://schemas.openxmlformats.org/officeDocument/2006/relationships/tags" Target="../tags/tag21.xml"/><Relationship Id="rId20" Type="http://schemas.openxmlformats.org/officeDocument/2006/relationships/tags" Target="../tags/tag20.xml"/><Relationship Id="rId2" Type="http://schemas.openxmlformats.org/officeDocument/2006/relationships/tags" Target="../tags/tag2.xml"/><Relationship Id="rId19" Type="http://schemas.openxmlformats.org/officeDocument/2006/relationships/tags" Target="../tags/tag19.xml"/><Relationship Id="rId18" Type="http://schemas.openxmlformats.org/officeDocument/2006/relationships/tags" Target="../tags/tag18.xml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jpe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9" name="left-orange-vertical"/>
          <p:cNvSpPr>
            <a:spLocks noGrp="1"/>
          </p:cNvSpPr>
          <p:nvPr/>
        </p:nvSpPr>
        <p:spPr>
          <a:xfrm>
            <a:off x="781050" y="3238500"/>
            <a:ext cx="0" cy="1647825"/>
          </a:xfrm>
          <a:prstGeom prst="line">
            <a:avLst/>
          </a:prstGeom>
          <a:noFill/>
          <a:ln w="85725">
            <a:solidFill>
              <a:srgbClr val="F5A128"/>
            </a:solidFill>
            <a:prstDash val="solid"/>
          </a:ln>
        </p:spPr>
      </p:sp>
      <p:sp>
        <p:nvSpPr>
          <p:cNvPr id="2" name="left-orange-horizontal"/>
          <p:cNvSpPr>
            <a:spLocks noGrp="1"/>
          </p:cNvSpPr>
          <p:nvPr/>
        </p:nvSpPr>
        <p:spPr>
          <a:xfrm>
            <a:off x="781050" y="4886325"/>
            <a:ext cx="2419350" cy="0"/>
          </a:xfrm>
          <a:prstGeom prst="line">
            <a:avLst/>
          </a:prstGeom>
          <a:noFill/>
          <a:ln w="85725">
            <a:solidFill>
              <a:srgbClr val="F5A128"/>
            </a:solidFill>
            <a:prstDash val="solid"/>
          </a:ln>
        </p:spPr>
      </p:sp>
      <p:sp>
        <p:nvSpPr>
          <p:cNvPr id="3" name="left-loop-arrow"/>
          <p:cNvSpPr>
            <a:spLocks noGrp="1"/>
          </p:cNvSpPr>
          <p:nvPr/>
        </p:nvSpPr>
        <p:spPr>
          <a:xfrm>
            <a:off x="3000375" y="4762500"/>
            <a:ext cx="333375" cy="257175"/>
          </a:xfrm>
          <a:prstGeom prst="rightArrow">
            <a:avLst/>
          </a:prstGeom>
          <a:solidFill>
            <a:srgbClr val="F5A128"/>
          </a:solidFill>
          <a:ln w="9525">
            <a:solidFill>
              <a:srgbClr val="F5A128"/>
            </a:solidFill>
            <a:prstDash val="solid"/>
          </a:ln>
        </p:spPr>
      </p:sp>
      <p:sp>
        <p:nvSpPr>
          <p:cNvPr id="4" name="left-up-arrow"/>
          <p:cNvSpPr>
            <a:spLocks noGrp="1"/>
          </p:cNvSpPr>
          <p:nvPr/>
        </p:nvSpPr>
        <p:spPr>
          <a:xfrm>
            <a:off x="628650" y="3190875"/>
            <a:ext cx="304800" cy="381000"/>
          </a:xfrm>
          <a:prstGeom prst="upArrow">
            <a:avLst/>
          </a:prstGeom>
          <a:solidFill>
            <a:srgbClr val="F5A128"/>
          </a:solidFill>
          <a:ln w="9525">
            <a:solidFill>
              <a:srgbClr val="F5A128"/>
            </a:solidFill>
            <a:prstDash val="solid"/>
          </a:ln>
        </p:spPr>
      </p:sp>
      <p:sp>
        <p:nvSpPr>
          <p:cNvPr id="5" name="rs422-line"/>
          <p:cNvSpPr>
            <a:spLocks noGrp="1"/>
          </p:cNvSpPr>
          <p:nvPr/>
        </p:nvSpPr>
        <p:spPr>
          <a:xfrm>
            <a:off x="4572000" y="2943225"/>
            <a:ext cx="0" cy="1609725"/>
          </a:xfrm>
          <a:prstGeom prst="line">
            <a:avLst/>
          </a:prstGeom>
          <a:noFill/>
          <a:ln w="85725">
            <a:solidFill>
              <a:srgbClr val="F5A128"/>
            </a:solidFill>
            <a:prstDash val="solid"/>
          </a:ln>
        </p:spPr>
      </p:sp>
      <p:sp>
        <p:nvSpPr>
          <p:cNvPr id="6" name="rs422-up"/>
          <p:cNvSpPr>
            <a:spLocks noGrp="1"/>
          </p:cNvSpPr>
          <p:nvPr/>
        </p:nvSpPr>
        <p:spPr>
          <a:xfrm>
            <a:off x="4419600" y="2886075"/>
            <a:ext cx="304800" cy="361950"/>
          </a:xfrm>
          <a:prstGeom prst="upArrow">
            <a:avLst/>
          </a:prstGeom>
          <a:solidFill>
            <a:srgbClr val="F5A128"/>
          </a:solidFill>
          <a:ln w="9525">
            <a:solidFill>
              <a:srgbClr val="F5A128"/>
            </a:solidFill>
            <a:prstDash val="solid"/>
          </a:ln>
        </p:spPr>
      </p:sp>
      <p:sp>
        <p:nvSpPr>
          <p:cNvPr id="7" name="rs422-down"/>
          <p:cNvSpPr>
            <a:spLocks noGrp="1"/>
          </p:cNvSpPr>
          <p:nvPr/>
        </p:nvSpPr>
        <p:spPr>
          <a:xfrm>
            <a:off x="4419600" y="4371975"/>
            <a:ext cx="304800" cy="361950"/>
          </a:xfrm>
          <a:prstGeom prst="downArrow">
            <a:avLst/>
          </a:prstGeom>
          <a:solidFill>
            <a:srgbClr val="F5A128"/>
          </a:solidFill>
          <a:ln w="9525">
            <a:solidFill>
              <a:srgbClr val="F5A128"/>
            </a:solidFill>
            <a:prstDash val="solid"/>
          </a:ln>
        </p:spPr>
      </p:sp>
      <p:sp>
        <p:nvSpPr>
          <p:cNvPr id="8" name="right-orange-horizontal"/>
          <p:cNvSpPr>
            <a:spLocks noGrp="1"/>
          </p:cNvSpPr>
          <p:nvPr/>
        </p:nvSpPr>
        <p:spPr>
          <a:xfrm>
            <a:off x="6086475" y="4886325"/>
            <a:ext cx="2543175" cy="0"/>
          </a:xfrm>
          <a:prstGeom prst="line">
            <a:avLst/>
          </a:prstGeom>
          <a:noFill/>
          <a:ln w="85725">
            <a:solidFill>
              <a:srgbClr val="F5A128"/>
            </a:solidFill>
            <a:prstDash val="solid"/>
          </a:ln>
        </p:spPr>
      </p:sp>
      <p:sp>
        <p:nvSpPr>
          <p:cNvPr id="9" name="right-orange-vertical"/>
          <p:cNvSpPr>
            <a:spLocks noGrp="1"/>
          </p:cNvSpPr>
          <p:nvPr/>
        </p:nvSpPr>
        <p:spPr>
          <a:xfrm>
            <a:off x="8629650" y="2457450"/>
            <a:ext cx="0" cy="2428875"/>
          </a:xfrm>
          <a:prstGeom prst="line">
            <a:avLst/>
          </a:prstGeom>
          <a:noFill/>
          <a:ln w="85725">
            <a:solidFill>
              <a:srgbClr val="F5A128"/>
            </a:solidFill>
            <a:prstDash val="solid"/>
          </a:ln>
        </p:spPr>
      </p:sp>
      <p:sp>
        <p:nvSpPr>
          <p:cNvPr id="10" name="right-loop-left"/>
          <p:cNvSpPr>
            <a:spLocks noGrp="1"/>
          </p:cNvSpPr>
          <p:nvPr/>
        </p:nvSpPr>
        <p:spPr>
          <a:xfrm>
            <a:off x="5905500" y="4762500"/>
            <a:ext cx="333375" cy="257175"/>
          </a:xfrm>
          <a:prstGeom prst="leftArrow">
            <a:avLst/>
          </a:prstGeom>
          <a:solidFill>
            <a:srgbClr val="F5A128"/>
          </a:solidFill>
          <a:ln w="9525">
            <a:solidFill>
              <a:srgbClr val="F5A128"/>
            </a:solidFill>
            <a:prstDash val="solid"/>
          </a:ln>
        </p:spPr>
      </p:sp>
      <p:sp>
        <p:nvSpPr>
          <p:cNvPr id="11" name="right-up-arrow"/>
          <p:cNvSpPr>
            <a:spLocks noGrp="1"/>
          </p:cNvSpPr>
          <p:nvPr/>
        </p:nvSpPr>
        <p:spPr>
          <a:xfrm>
            <a:off x="8477250" y="2343150"/>
            <a:ext cx="304800" cy="381000"/>
          </a:xfrm>
          <a:prstGeom prst="upArrow">
            <a:avLst/>
          </a:prstGeom>
          <a:solidFill>
            <a:srgbClr val="F5A128"/>
          </a:solidFill>
          <a:ln w="9525">
            <a:solidFill>
              <a:srgbClr val="F5A128"/>
            </a:solidFill>
            <a:prstDash val="solid"/>
          </a:ln>
        </p:spPr>
      </p:sp>
      <p:sp>
        <p:nvSpPr>
          <p:cNvPr id="12" name="data-up"/>
          <p:cNvSpPr>
            <a:spLocks noGrp="1"/>
          </p:cNvSpPr>
          <p:nvPr/>
        </p:nvSpPr>
        <p:spPr>
          <a:xfrm>
            <a:off x="3714750" y="5095875"/>
            <a:ext cx="323850" cy="476250"/>
          </a:xfrm>
          <a:prstGeom prst="upArrow">
            <a:avLst/>
          </a:prstGeom>
          <a:solidFill>
            <a:srgbClr val="3F69A8"/>
          </a:solidFill>
          <a:ln w="9525">
            <a:solidFill>
              <a:srgbClr val="3F69A8"/>
            </a:solidFill>
            <a:prstDash val="solid"/>
          </a:ln>
        </p:spPr>
      </p:sp>
      <p:sp>
        <p:nvSpPr>
          <p:cNvPr id="13" name="data-down"/>
          <p:cNvSpPr>
            <a:spLocks noGrp="1"/>
          </p:cNvSpPr>
          <p:nvPr/>
        </p:nvSpPr>
        <p:spPr>
          <a:xfrm>
            <a:off x="3714750" y="5476875"/>
            <a:ext cx="323850" cy="476250"/>
          </a:xfrm>
          <a:prstGeom prst="downArrow">
            <a:avLst/>
          </a:prstGeom>
          <a:solidFill>
            <a:srgbClr val="3F69A8"/>
          </a:solidFill>
          <a:ln w="9525">
            <a:solidFill>
              <a:srgbClr val="3F69A8"/>
            </a:solidFill>
            <a:prstDash val="solid"/>
          </a:ln>
        </p:spPr>
      </p:sp>
      <p:sp>
        <p:nvSpPr>
          <p:cNvPr id="14" name="power-up"/>
          <p:cNvSpPr>
            <a:spLocks noGrp="1"/>
          </p:cNvSpPr>
          <p:nvPr/>
        </p:nvSpPr>
        <p:spPr>
          <a:xfrm>
            <a:off x="5429250" y="2905125"/>
            <a:ext cx="361950" cy="3057525"/>
          </a:xfrm>
          <a:prstGeom prst="upArrow">
            <a:avLst/>
          </a:prstGeom>
          <a:solidFill>
            <a:srgbClr val="3F69A8"/>
          </a:solidFill>
          <a:ln w="9525">
            <a:solidFill>
              <a:srgbClr val="3F69A8"/>
            </a:solidFill>
            <a:prstDash val="solid"/>
          </a:ln>
        </p:spPr>
      </p:sp>
      <p:sp>
        <p:nvSpPr>
          <p:cNvPr id="15" name="ccd-dashed-link"/>
          <p:cNvSpPr>
            <a:spLocks noGrp="1"/>
          </p:cNvSpPr>
          <p:nvPr/>
        </p:nvSpPr>
        <p:spPr>
          <a:xfrm>
            <a:off x="5905500" y="1257300"/>
            <a:ext cx="1943100" cy="0"/>
          </a:xfrm>
          <a:prstGeom prst="line">
            <a:avLst/>
          </a:prstGeom>
          <a:noFill/>
          <a:ln w="47625">
            <a:solidFill>
              <a:srgbClr val="3F69A8"/>
            </a:solidFill>
            <a:prstDash val="dash"/>
          </a:ln>
        </p:spPr>
      </p:sp>
      <p:sp>
        <p:nvSpPr>
          <p:cNvPr id="16" name="ccd-left-arrow"/>
          <p:cNvSpPr>
            <a:spLocks noGrp="1"/>
          </p:cNvSpPr>
          <p:nvPr/>
        </p:nvSpPr>
        <p:spPr>
          <a:xfrm>
            <a:off x="5781675" y="1143000"/>
            <a:ext cx="295275" cy="238125"/>
          </a:xfrm>
          <a:prstGeom prst="leftArrow">
            <a:avLst/>
          </a:prstGeom>
          <a:solidFill>
            <a:srgbClr val="3F69A8"/>
          </a:solidFill>
          <a:ln w="9525">
            <a:solidFill>
              <a:srgbClr val="3F69A8"/>
            </a:solidFill>
            <a:prstDash val="solid"/>
          </a:ln>
        </p:spPr>
      </p:sp>
      <p:sp>
        <p:nvSpPr>
          <p:cNvPr id="17" name="left-module-boundary"/>
          <p:cNvSpPr>
            <a:spLocks noGrp="1"/>
          </p:cNvSpPr>
          <p:nvPr/>
        </p:nvSpPr>
        <p:spPr>
          <a:xfrm>
            <a:off x="66675" y="19050"/>
            <a:ext cx="1809750" cy="3009900"/>
          </a:xfrm>
          <a:prstGeom prst="rect">
            <a:avLst/>
          </a:prstGeom>
          <a:noFill/>
          <a:ln w="28575">
            <a:solidFill>
              <a:srgbClr val="D91F26"/>
            </a:solidFill>
            <a:prstDash val="dash"/>
          </a:ln>
        </p:spPr>
      </p:sp>
      <p:sp>
        <p:nvSpPr>
          <p:cNvPr id="18" name="small-flow-module"/>
          <p:cNvSpPr>
            <a:spLocks noGrp="1"/>
          </p:cNvSpPr>
          <p:nvPr/>
        </p:nvSpPr>
        <p:spPr>
          <a:xfrm>
            <a:off x="257175" y="190500"/>
            <a:ext cx="1381125" cy="1066800"/>
          </a:xfrm>
          <a:prstGeom prst="rect">
            <a:avLst/>
          </a:prstGeom>
          <a:solidFill>
            <a:srgbClr val="D9D7F0"/>
          </a:solidFill>
          <a:ln w="19050">
            <a:solidFill>
              <a:srgbClr val="333333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小流量供</a:t>
            </a:r>
            <a:endParaRPr sz="1650" b="1">
              <a:solidFill>
                <a:srgbClr val="111111"/>
              </a:solidFill>
            </a:endParaRPr>
          </a:p>
          <a:p>
            <a:pPr algn="ctr">
              <a:buNone/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液模块</a:t>
            </a:r>
            <a:endParaRPr sz="1650" b="1">
              <a:solidFill>
                <a:srgbClr val="111111"/>
              </a:solidFill>
            </a:endParaRPr>
          </a:p>
        </p:txBody>
      </p:sp>
      <p:sp>
        <p:nvSpPr>
          <p:cNvPr id="19" name="large-flow-module"/>
          <p:cNvSpPr>
            <a:spLocks noGrp="1"/>
          </p:cNvSpPr>
          <p:nvPr/>
        </p:nvSpPr>
        <p:spPr>
          <a:xfrm>
            <a:off x="257175" y="1695450"/>
            <a:ext cx="1381125" cy="1066800"/>
          </a:xfrm>
          <a:prstGeom prst="rect">
            <a:avLst/>
          </a:prstGeom>
          <a:solidFill>
            <a:srgbClr val="D9D7F0"/>
          </a:solidFill>
          <a:ln w="19050">
            <a:solidFill>
              <a:srgbClr val="333333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大流量供</a:t>
            </a:r>
            <a:endParaRPr sz="1650" b="1">
              <a:solidFill>
                <a:srgbClr val="111111"/>
              </a:solidFill>
            </a:endParaRPr>
          </a:p>
          <a:p>
            <a:pPr algn="ctr">
              <a:buNone/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液模块</a:t>
            </a:r>
            <a:endParaRPr sz="1650" b="1">
              <a:solidFill>
                <a:srgbClr val="111111"/>
              </a:solidFill>
            </a:endParaRPr>
          </a:p>
        </p:txBody>
      </p:sp>
      <p:sp>
        <p:nvSpPr>
          <p:cNvPr id="20" name="y52-pipe"/>
          <p:cNvSpPr>
            <a:spLocks noGrp="1"/>
          </p:cNvSpPr>
          <p:nvPr/>
        </p:nvSpPr>
        <p:spPr>
          <a:xfrm>
            <a:off x="1638300" y="476250"/>
            <a:ext cx="1695450" cy="0"/>
          </a:xfrm>
          <a:prstGeom prst="line">
            <a:avLst/>
          </a:prstGeom>
          <a:noFill/>
          <a:ln w="38100">
            <a:solidFill>
              <a:srgbClr val="D91F26"/>
            </a:solidFill>
            <a:prstDash val="solid"/>
          </a:ln>
        </p:spPr>
      </p:sp>
      <p:sp>
        <p:nvSpPr>
          <p:cNvPr id="21" name="y51-pipe"/>
          <p:cNvSpPr>
            <a:spLocks noGrp="1"/>
          </p:cNvSpPr>
          <p:nvPr/>
        </p:nvSpPr>
        <p:spPr>
          <a:xfrm>
            <a:off x="1638300" y="885825"/>
            <a:ext cx="1695450" cy="0"/>
          </a:xfrm>
          <a:prstGeom prst="line">
            <a:avLst/>
          </a:prstGeom>
          <a:noFill/>
          <a:ln w="38100">
            <a:solidFill>
              <a:srgbClr val="D91F26"/>
            </a:solidFill>
            <a:prstDash val="solid"/>
          </a:ln>
        </p:spPr>
      </p:sp>
      <p:sp>
        <p:nvSpPr>
          <p:cNvPr id="22" name="y54-pipe"/>
          <p:cNvSpPr>
            <a:spLocks noGrp="1"/>
          </p:cNvSpPr>
          <p:nvPr/>
        </p:nvSpPr>
        <p:spPr>
          <a:xfrm>
            <a:off x="1638300" y="2000250"/>
            <a:ext cx="1695450" cy="0"/>
          </a:xfrm>
          <a:prstGeom prst="line">
            <a:avLst/>
          </a:prstGeom>
          <a:noFill/>
          <a:ln w="38100">
            <a:solidFill>
              <a:srgbClr val="D91F26"/>
            </a:solidFill>
            <a:prstDash val="solid"/>
          </a:ln>
        </p:spPr>
      </p:sp>
      <p:sp>
        <p:nvSpPr>
          <p:cNvPr id="23" name="y53-pipe"/>
          <p:cNvSpPr>
            <a:spLocks noGrp="1"/>
          </p:cNvSpPr>
          <p:nvPr/>
        </p:nvSpPr>
        <p:spPr>
          <a:xfrm>
            <a:off x="1638300" y="2409825"/>
            <a:ext cx="1695450" cy="0"/>
          </a:xfrm>
          <a:prstGeom prst="line">
            <a:avLst/>
          </a:prstGeom>
          <a:noFill/>
          <a:ln w="38100">
            <a:solidFill>
              <a:srgbClr val="D91F26"/>
            </a:solidFill>
            <a:prstDash val="solid"/>
          </a:ln>
        </p:spPr>
      </p:sp>
      <p:sp>
        <p:nvSpPr>
          <p:cNvPr id="24" name="y52"/>
          <p:cNvSpPr>
            <a:spLocks noGrp="1"/>
          </p:cNvSpPr>
          <p:nvPr/>
        </p:nvSpPr>
        <p:spPr>
          <a:xfrm>
            <a:off x="1685925" y="152400"/>
            <a:ext cx="52387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350" b="1">
                <a:solidFill>
                  <a:srgbClr val="3F69A8"/>
                </a:solidFill>
              </a:defRPr>
            </a:pPr>
            <a:r>
              <a:rPr sz="1350" b="1">
                <a:solidFill>
                  <a:srgbClr val="3F69A8"/>
                </a:solidFill>
              </a:rPr>
              <a:t>Y52</a:t>
            </a:r>
            <a:endParaRPr sz="1350" b="1">
              <a:solidFill>
                <a:srgbClr val="3F69A8"/>
              </a:solidFill>
            </a:endParaRPr>
          </a:p>
        </p:txBody>
      </p:sp>
      <p:sp>
        <p:nvSpPr>
          <p:cNvPr id="25" name="y61"/>
          <p:cNvSpPr>
            <a:spLocks noGrp="1"/>
          </p:cNvSpPr>
          <p:nvPr/>
        </p:nvSpPr>
        <p:spPr>
          <a:xfrm>
            <a:off x="2724150" y="152400"/>
            <a:ext cx="5524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350" b="1">
                <a:solidFill>
                  <a:srgbClr val="D91F26"/>
                </a:solidFill>
              </a:defRPr>
            </a:pPr>
            <a:r>
              <a:rPr sz="1350" b="1">
                <a:solidFill>
                  <a:srgbClr val="D91F26"/>
                </a:solidFill>
              </a:rPr>
              <a:t>Y61</a:t>
            </a:r>
            <a:endParaRPr sz="1350" b="1">
              <a:solidFill>
                <a:srgbClr val="D91F26"/>
              </a:solidFill>
            </a:endParaRPr>
          </a:p>
        </p:txBody>
      </p:sp>
      <p:sp>
        <p:nvSpPr>
          <p:cNvPr id="26" name="dn8a"/>
          <p:cNvSpPr>
            <a:spLocks noGrp="1"/>
          </p:cNvSpPr>
          <p:nvPr/>
        </p:nvSpPr>
        <p:spPr>
          <a:xfrm>
            <a:off x="2219325" y="485775"/>
            <a:ext cx="666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DN8</a:t>
            </a:r>
            <a:endParaRPr sz="1275" b="1">
              <a:solidFill>
                <a:srgbClr val="111111"/>
              </a:solidFill>
            </a:endParaRPr>
          </a:p>
        </p:txBody>
      </p:sp>
      <p:sp>
        <p:nvSpPr>
          <p:cNvPr id="27" name="y51"/>
          <p:cNvSpPr>
            <a:spLocks noGrp="1"/>
          </p:cNvSpPr>
          <p:nvPr/>
        </p:nvSpPr>
        <p:spPr>
          <a:xfrm>
            <a:off x="1685925" y="685800"/>
            <a:ext cx="52387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350" b="1">
                <a:solidFill>
                  <a:srgbClr val="3F69A8"/>
                </a:solidFill>
              </a:defRPr>
            </a:pPr>
            <a:r>
              <a:rPr sz="1350" b="1">
                <a:solidFill>
                  <a:srgbClr val="3F69A8"/>
                </a:solidFill>
              </a:rPr>
              <a:t>Y51</a:t>
            </a:r>
            <a:endParaRPr sz="1350" b="1">
              <a:solidFill>
                <a:srgbClr val="3F69A8"/>
              </a:solidFill>
            </a:endParaRPr>
          </a:p>
        </p:txBody>
      </p:sp>
      <p:sp>
        <p:nvSpPr>
          <p:cNvPr id="28" name="y64"/>
          <p:cNvSpPr>
            <a:spLocks noGrp="1"/>
          </p:cNvSpPr>
          <p:nvPr/>
        </p:nvSpPr>
        <p:spPr>
          <a:xfrm>
            <a:off x="2724150" y="685800"/>
            <a:ext cx="5524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350" b="1">
                <a:solidFill>
                  <a:srgbClr val="D91F26"/>
                </a:solidFill>
              </a:defRPr>
            </a:pPr>
            <a:r>
              <a:rPr sz="1350" b="1">
                <a:solidFill>
                  <a:srgbClr val="D91F26"/>
                </a:solidFill>
              </a:rPr>
              <a:t>Y64</a:t>
            </a:r>
            <a:endParaRPr sz="1350" b="1">
              <a:solidFill>
                <a:srgbClr val="D91F26"/>
              </a:solidFill>
            </a:endParaRPr>
          </a:p>
        </p:txBody>
      </p:sp>
      <p:sp>
        <p:nvSpPr>
          <p:cNvPr id="29" name="dn8b"/>
          <p:cNvSpPr>
            <a:spLocks noGrp="1"/>
          </p:cNvSpPr>
          <p:nvPr/>
        </p:nvSpPr>
        <p:spPr>
          <a:xfrm>
            <a:off x="2219325" y="895350"/>
            <a:ext cx="666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DN8</a:t>
            </a:r>
            <a:endParaRPr sz="1275" b="1">
              <a:solidFill>
                <a:srgbClr val="111111"/>
              </a:solidFill>
            </a:endParaRPr>
          </a:p>
        </p:txBody>
      </p:sp>
      <p:sp>
        <p:nvSpPr>
          <p:cNvPr id="30" name="y54"/>
          <p:cNvSpPr>
            <a:spLocks noGrp="1"/>
          </p:cNvSpPr>
          <p:nvPr/>
        </p:nvSpPr>
        <p:spPr>
          <a:xfrm>
            <a:off x="1685925" y="1676400"/>
            <a:ext cx="52387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350" b="1">
                <a:solidFill>
                  <a:srgbClr val="3F69A8"/>
                </a:solidFill>
              </a:defRPr>
            </a:pPr>
            <a:r>
              <a:rPr sz="1350" b="1">
                <a:solidFill>
                  <a:srgbClr val="3F69A8"/>
                </a:solidFill>
              </a:rPr>
              <a:t>Y54</a:t>
            </a:r>
            <a:endParaRPr sz="1350" b="1">
              <a:solidFill>
                <a:srgbClr val="3F69A8"/>
              </a:solidFill>
            </a:endParaRPr>
          </a:p>
        </p:txBody>
      </p:sp>
      <p:sp>
        <p:nvSpPr>
          <p:cNvPr id="31" name="y62"/>
          <p:cNvSpPr>
            <a:spLocks noGrp="1"/>
          </p:cNvSpPr>
          <p:nvPr/>
        </p:nvSpPr>
        <p:spPr>
          <a:xfrm>
            <a:off x="2724150" y="1676400"/>
            <a:ext cx="5524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350" b="1">
                <a:solidFill>
                  <a:srgbClr val="D91F26"/>
                </a:solidFill>
              </a:defRPr>
            </a:pPr>
            <a:r>
              <a:rPr sz="1350" b="1">
                <a:solidFill>
                  <a:srgbClr val="D91F26"/>
                </a:solidFill>
              </a:rPr>
              <a:t>Y62</a:t>
            </a:r>
            <a:endParaRPr sz="1350" b="1">
              <a:solidFill>
                <a:srgbClr val="D91F26"/>
              </a:solidFill>
            </a:endParaRPr>
          </a:p>
        </p:txBody>
      </p:sp>
      <p:sp>
        <p:nvSpPr>
          <p:cNvPr id="32" name="dn12a"/>
          <p:cNvSpPr>
            <a:spLocks noGrp="1"/>
          </p:cNvSpPr>
          <p:nvPr/>
        </p:nvSpPr>
        <p:spPr>
          <a:xfrm>
            <a:off x="2152650" y="2000250"/>
            <a:ext cx="7905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DN12</a:t>
            </a:r>
            <a:endParaRPr sz="1275" b="1">
              <a:solidFill>
                <a:srgbClr val="111111"/>
              </a:solidFill>
            </a:endParaRPr>
          </a:p>
        </p:txBody>
      </p:sp>
      <p:sp>
        <p:nvSpPr>
          <p:cNvPr id="33" name="y53"/>
          <p:cNvSpPr>
            <a:spLocks noGrp="1"/>
          </p:cNvSpPr>
          <p:nvPr/>
        </p:nvSpPr>
        <p:spPr>
          <a:xfrm>
            <a:off x="1685925" y="2085975"/>
            <a:ext cx="52387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350" b="1">
                <a:solidFill>
                  <a:srgbClr val="3F69A8"/>
                </a:solidFill>
              </a:defRPr>
            </a:pPr>
            <a:r>
              <a:rPr sz="1350" b="1">
                <a:solidFill>
                  <a:srgbClr val="3F69A8"/>
                </a:solidFill>
              </a:rPr>
              <a:t>Y53</a:t>
            </a:r>
            <a:endParaRPr sz="1350" b="1">
              <a:solidFill>
                <a:srgbClr val="3F69A8"/>
              </a:solidFill>
            </a:endParaRPr>
          </a:p>
        </p:txBody>
      </p:sp>
      <p:sp>
        <p:nvSpPr>
          <p:cNvPr id="34" name="y63"/>
          <p:cNvSpPr>
            <a:spLocks noGrp="1"/>
          </p:cNvSpPr>
          <p:nvPr/>
        </p:nvSpPr>
        <p:spPr>
          <a:xfrm>
            <a:off x="2724150" y="2085975"/>
            <a:ext cx="5524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350" b="1">
                <a:solidFill>
                  <a:srgbClr val="D91F26"/>
                </a:solidFill>
              </a:defRPr>
            </a:pPr>
            <a:r>
              <a:rPr sz="1350" b="1">
                <a:solidFill>
                  <a:srgbClr val="D91F26"/>
                </a:solidFill>
              </a:rPr>
              <a:t>Y63</a:t>
            </a:r>
            <a:endParaRPr sz="1350" b="1">
              <a:solidFill>
                <a:srgbClr val="D91F26"/>
              </a:solidFill>
            </a:endParaRPr>
          </a:p>
        </p:txBody>
      </p:sp>
      <p:sp>
        <p:nvSpPr>
          <p:cNvPr id="35" name="dn12b"/>
          <p:cNvSpPr>
            <a:spLocks noGrp="1"/>
          </p:cNvSpPr>
          <p:nvPr/>
        </p:nvSpPr>
        <p:spPr>
          <a:xfrm>
            <a:off x="2152650" y="2419350"/>
            <a:ext cx="7905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DN12</a:t>
            </a:r>
            <a:endParaRPr sz="1275" b="1">
              <a:solidFill>
                <a:srgbClr val="111111"/>
              </a:solidFill>
            </a:endParaRPr>
          </a:p>
        </p:txBody>
      </p:sp>
      <p:sp>
        <p:nvSpPr>
          <p:cNvPr id="36" name="left-precontrol"/>
          <p:cNvSpPr>
            <a:spLocks noGrp="1"/>
          </p:cNvSpPr>
          <p:nvPr/>
        </p:nvSpPr>
        <p:spPr>
          <a:xfrm>
            <a:off x="66675" y="3095625"/>
            <a:ext cx="1809750" cy="457200"/>
          </a:xfrm>
          <a:prstGeom prst="rect">
            <a:avLst/>
          </a:prstGeom>
          <a:solidFill>
            <a:srgbClr val="D91F26"/>
          </a:solidFill>
          <a:ln w="19050">
            <a:solidFill>
              <a:srgbClr val="9A1820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前置控制单元</a:t>
            </a:r>
            <a:endParaRPr sz="1350" b="1">
              <a:solidFill>
                <a:srgbClr val="111111"/>
              </a:solidFill>
            </a:endParaRPr>
          </a:p>
        </p:txBody>
      </p:sp>
      <p:sp>
        <p:nvSpPr>
          <p:cNvPr id="37" name="experiment-module"/>
          <p:cNvSpPr>
            <a:spLocks noGrp="1"/>
          </p:cNvSpPr>
          <p:nvPr/>
        </p:nvSpPr>
        <p:spPr>
          <a:xfrm>
            <a:off x="3333750" y="19050"/>
            <a:ext cx="2447925" cy="2905125"/>
          </a:xfrm>
          <a:prstGeom prst="rect">
            <a:avLst/>
          </a:prstGeom>
          <a:solidFill>
            <a:srgbClr val="9BCB91"/>
          </a:solidFill>
          <a:ln w="19050">
            <a:solidFill>
              <a:srgbClr val="333333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2325" b="1">
                <a:solidFill>
                  <a:srgbClr val="111111"/>
                </a:solidFill>
              </a:defRPr>
            </a:pPr>
            <a:r>
              <a:rPr sz="2325" b="1">
                <a:solidFill>
                  <a:srgbClr val="111111"/>
                </a:solidFill>
              </a:rPr>
              <a:t>电场强化</a:t>
            </a:r>
            <a:endParaRPr sz="2325" b="1">
              <a:solidFill>
                <a:srgbClr val="111111"/>
              </a:solidFill>
            </a:endParaRPr>
          </a:p>
          <a:p>
            <a:pPr algn="ctr">
              <a:buNone/>
              <a:defRPr sz="2325" b="1">
                <a:solidFill>
                  <a:srgbClr val="111111"/>
                </a:solidFill>
              </a:defRPr>
            </a:pPr>
            <a:r>
              <a:rPr sz="2325" b="1">
                <a:solidFill>
                  <a:srgbClr val="111111"/>
                </a:solidFill>
              </a:rPr>
              <a:t>沸腾传热</a:t>
            </a:r>
            <a:endParaRPr sz="2325" b="1">
              <a:solidFill>
                <a:srgbClr val="111111"/>
              </a:solidFill>
            </a:endParaRPr>
          </a:p>
          <a:p>
            <a:pPr algn="ctr">
              <a:buNone/>
              <a:defRPr sz="2325" b="1">
                <a:solidFill>
                  <a:srgbClr val="111111"/>
                </a:solidFill>
              </a:defRPr>
            </a:pPr>
            <a:r>
              <a:rPr sz="2325" b="1">
                <a:solidFill>
                  <a:srgbClr val="111111"/>
                </a:solidFill>
              </a:rPr>
              <a:t>实验模块</a:t>
            </a:r>
            <a:endParaRPr sz="2325" b="1">
              <a:solidFill>
                <a:srgbClr val="111111"/>
              </a:solidFill>
            </a:endParaRPr>
          </a:p>
        </p:txBody>
      </p:sp>
      <p:sp>
        <p:nvSpPr>
          <p:cNvPr id="38" name="experiment-precontrol"/>
          <p:cNvSpPr>
            <a:spLocks noGrp="1"/>
          </p:cNvSpPr>
          <p:nvPr/>
        </p:nvSpPr>
        <p:spPr>
          <a:xfrm>
            <a:off x="3638550" y="2419350"/>
            <a:ext cx="1828800" cy="457200"/>
          </a:xfrm>
          <a:prstGeom prst="rect">
            <a:avLst/>
          </a:prstGeom>
          <a:solidFill>
            <a:srgbClr val="D91F26"/>
          </a:solidFill>
          <a:ln w="19050">
            <a:solidFill>
              <a:srgbClr val="9A1820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前置控制单元</a:t>
            </a:r>
            <a:endParaRPr sz="1350" b="1">
              <a:solidFill>
                <a:srgbClr val="111111"/>
              </a:solidFill>
            </a:endParaRPr>
          </a:p>
        </p:txBody>
      </p:sp>
      <p:sp>
        <p:nvSpPr>
          <p:cNvPr id="39" name="optical-platform"/>
          <p:cNvSpPr>
            <a:spLocks noGrp="1"/>
          </p:cNvSpPr>
          <p:nvPr/>
        </p:nvSpPr>
        <p:spPr>
          <a:xfrm>
            <a:off x="7867650" y="695325"/>
            <a:ext cx="1323975" cy="1057275"/>
          </a:xfrm>
          <a:prstGeom prst="rect">
            <a:avLst/>
          </a:prstGeom>
          <a:solidFill>
            <a:srgbClr val="D9D7F0"/>
          </a:solidFill>
          <a:ln w="19050">
            <a:solidFill>
              <a:srgbClr val="333333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光学观测</a:t>
            </a:r>
            <a:endParaRPr sz="1650" b="1">
              <a:solidFill>
                <a:srgbClr val="111111"/>
              </a:solidFill>
            </a:endParaRPr>
          </a:p>
          <a:p>
            <a:pPr algn="ctr">
              <a:buNone/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平台</a:t>
            </a:r>
            <a:endParaRPr sz="1650" b="1">
              <a:solidFill>
                <a:srgbClr val="111111"/>
              </a:solidFill>
            </a:endParaRPr>
          </a:p>
        </p:txBody>
      </p:sp>
      <p:sp>
        <p:nvSpPr>
          <p:cNvPr id="40" name="optical-precontrol"/>
          <p:cNvSpPr>
            <a:spLocks noGrp="1"/>
          </p:cNvSpPr>
          <p:nvPr/>
        </p:nvSpPr>
        <p:spPr>
          <a:xfrm>
            <a:off x="7600950" y="1752600"/>
            <a:ext cx="1847850" cy="457200"/>
          </a:xfrm>
          <a:prstGeom prst="rect">
            <a:avLst/>
          </a:prstGeom>
          <a:solidFill>
            <a:srgbClr val="D91F26"/>
          </a:solidFill>
          <a:ln w="19050">
            <a:solidFill>
              <a:srgbClr val="9A1820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前置控制单元</a:t>
            </a:r>
            <a:endParaRPr sz="1350" b="1">
              <a:solidFill>
                <a:srgbClr val="111111"/>
              </a:solidFill>
            </a:endParaRPr>
          </a:p>
        </p:txBody>
      </p:sp>
      <p:sp>
        <p:nvSpPr>
          <p:cNvPr id="41" name="ccd-label"/>
          <p:cNvSpPr>
            <a:spLocks noGrp="1"/>
          </p:cNvSpPr>
          <p:nvPr/>
        </p:nvSpPr>
        <p:spPr>
          <a:xfrm>
            <a:off x="6172200" y="695325"/>
            <a:ext cx="1609725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左视细观CCD</a:t>
            </a:r>
            <a:endParaRPr sz="1275" b="1">
              <a:solidFill>
                <a:srgbClr val="111111"/>
              </a:solidFill>
            </a:endParaRPr>
          </a:p>
          <a:p>
            <a:pPr algn="ctr">
              <a:buNone/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左视高速CCD</a:t>
            </a:r>
            <a:endParaRPr sz="1275" b="1">
              <a:solidFill>
                <a:srgbClr val="111111"/>
              </a:solidFill>
            </a:endParaRPr>
          </a:p>
        </p:txBody>
      </p:sp>
      <p:sp>
        <p:nvSpPr>
          <p:cNvPr id="42" name="main-control"/>
          <p:cNvSpPr>
            <a:spLocks noGrp="1"/>
          </p:cNvSpPr>
          <p:nvPr/>
        </p:nvSpPr>
        <p:spPr>
          <a:xfrm>
            <a:off x="3238500" y="4610100"/>
            <a:ext cx="2867025" cy="466725"/>
          </a:xfrm>
          <a:prstGeom prst="rect">
            <a:avLst/>
          </a:prstGeom>
          <a:solidFill>
            <a:srgbClr val="FFF51F"/>
          </a:solidFill>
          <a:ln w="19050">
            <a:solidFill>
              <a:srgbClr val="777000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575" b="1">
                <a:solidFill>
                  <a:srgbClr val="111111"/>
                </a:solidFill>
              </a:defRPr>
            </a:pPr>
            <a:r>
              <a:rPr sz="1575" b="1">
                <a:solidFill>
                  <a:srgbClr val="111111"/>
                </a:solidFill>
              </a:rPr>
              <a:t>两相柜实验主控单元</a:t>
            </a:r>
            <a:endParaRPr sz="1575" b="1">
              <a:solidFill>
                <a:srgbClr val="111111"/>
              </a:solidFill>
            </a:endParaRPr>
          </a:p>
        </p:txBody>
      </p:sp>
      <p:sp>
        <p:nvSpPr>
          <p:cNvPr id="43" name="experiment-controller"/>
          <p:cNvSpPr>
            <a:spLocks noGrp="1"/>
          </p:cNvSpPr>
          <p:nvPr/>
        </p:nvSpPr>
        <p:spPr>
          <a:xfrm>
            <a:off x="3219450" y="5962650"/>
            <a:ext cx="2667000" cy="838200"/>
          </a:xfrm>
          <a:prstGeom prst="rect">
            <a:avLst/>
          </a:prstGeom>
          <a:solidFill>
            <a:srgbClr val="DCE4F2"/>
          </a:solidFill>
          <a:ln w="19050">
            <a:solidFill>
              <a:srgbClr val="333333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实验柜控制器</a:t>
            </a:r>
            <a:endParaRPr sz="1650" b="1">
              <a:solidFill>
                <a:srgbClr val="111111"/>
              </a:solidFill>
            </a:endParaRPr>
          </a:p>
        </p:txBody>
      </p:sp>
      <p:sp>
        <p:nvSpPr>
          <p:cNvPr id="44" name="rs422"/>
          <p:cNvSpPr>
            <a:spLocks noGrp="1"/>
          </p:cNvSpPr>
          <p:nvPr/>
        </p:nvSpPr>
        <p:spPr>
          <a:xfrm>
            <a:off x="3781425" y="3581400"/>
            <a:ext cx="666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RS422</a:t>
            </a:r>
            <a:endParaRPr sz="1200" b="1">
              <a:solidFill>
                <a:srgbClr val="111111"/>
              </a:solidFill>
            </a:endParaRPr>
          </a:p>
        </p:txBody>
      </p:sp>
      <p:sp>
        <p:nvSpPr>
          <p:cNvPr id="45" name="x83"/>
          <p:cNvSpPr>
            <a:spLocks noGrp="1"/>
          </p:cNvSpPr>
          <p:nvPr/>
        </p:nvSpPr>
        <p:spPr>
          <a:xfrm>
            <a:off x="4762500" y="3000375"/>
            <a:ext cx="609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425" b="1">
                <a:solidFill>
                  <a:srgbClr val="3F69A8"/>
                </a:solidFill>
              </a:defRPr>
            </a:pPr>
            <a:r>
              <a:rPr sz="1425" b="1">
                <a:solidFill>
                  <a:srgbClr val="3F69A8"/>
                </a:solidFill>
              </a:rPr>
              <a:t>X83</a:t>
            </a:r>
            <a:endParaRPr sz="1425" b="1">
              <a:solidFill>
                <a:srgbClr val="3F69A8"/>
              </a:solidFill>
            </a:endParaRPr>
          </a:p>
        </p:txBody>
      </p:sp>
      <p:sp>
        <p:nvSpPr>
          <p:cNvPr id="46" name="x70"/>
          <p:cNvSpPr>
            <a:spLocks noGrp="1"/>
          </p:cNvSpPr>
          <p:nvPr/>
        </p:nvSpPr>
        <p:spPr>
          <a:xfrm>
            <a:off x="4762500" y="4314825"/>
            <a:ext cx="609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425" b="1">
                <a:solidFill>
                  <a:srgbClr val="C67E14"/>
                </a:solidFill>
              </a:defRPr>
            </a:pPr>
            <a:r>
              <a:rPr sz="1425" b="1">
                <a:solidFill>
                  <a:srgbClr val="C67E14"/>
                </a:solidFill>
              </a:rPr>
              <a:t>X70</a:t>
            </a:r>
            <a:endParaRPr sz="1425" b="1">
              <a:solidFill>
                <a:srgbClr val="C67E14"/>
              </a:solidFill>
            </a:endParaRPr>
          </a:p>
        </p:txBody>
      </p:sp>
      <p:sp>
        <p:nvSpPr>
          <p:cNvPr id="47" name="data-label"/>
          <p:cNvSpPr>
            <a:spLocks noGrp="1"/>
          </p:cNvSpPr>
          <p:nvPr/>
        </p:nvSpPr>
        <p:spPr>
          <a:xfrm>
            <a:off x="3009900" y="5191125"/>
            <a:ext cx="6858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350" b="1">
                <a:solidFill>
                  <a:srgbClr val="D91F26"/>
                </a:solidFill>
              </a:defRPr>
            </a:pPr>
            <a:r>
              <a:rPr sz="1350" b="1">
                <a:solidFill>
                  <a:srgbClr val="D91F26"/>
                </a:solidFill>
              </a:rPr>
              <a:t>数据</a:t>
            </a:r>
            <a:endParaRPr sz="1350" b="1">
              <a:solidFill>
                <a:srgbClr val="D91F26"/>
              </a:solidFill>
            </a:endParaRPr>
          </a:p>
          <a:p>
            <a:pPr algn="ctr">
              <a:buNone/>
              <a:defRPr sz="1350" b="1">
                <a:solidFill>
                  <a:srgbClr val="D91F26"/>
                </a:solidFill>
              </a:defRPr>
            </a:pPr>
            <a:r>
              <a:rPr sz="1350" b="1">
                <a:solidFill>
                  <a:srgbClr val="D91F26"/>
                </a:solidFill>
              </a:rPr>
              <a:t>通讯</a:t>
            </a:r>
            <a:endParaRPr sz="1350" b="1">
              <a:solidFill>
                <a:srgbClr val="D91F26"/>
              </a:solidFill>
            </a:endParaRPr>
          </a:p>
        </p:txBody>
      </p:sp>
      <p:sp>
        <p:nvSpPr>
          <p:cNvPr id="48" name="power-label"/>
          <p:cNvSpPr>
            <a:spLocks noGrp="1"/>
          </p:cNvSpPr>
          <p:nvPr/>
        </p:nvSpPr>
        <p:spPr>
          <a:xfrm>
            <a:off x="5867400" y="5172075"/>
            <a:ext cx="11239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350" b="1">
                <a:solidFill>
                  <a:srgbClr val="D91F26"/>
                </a:solidFill>
              </a:defRPr>
            </a:pPr>
            <a:r>
              <a:rPr sz="1350" b="1">
                <a:solidFill>
                  <a:srgbClr val="D91F26"/>
                </a:solidFill>
              </a:rPr>
              <a:t>100V供电</a:t>
            </a:r>
            <a:endParaRPr sz="1350" b="1">
              <a:solidFill>
                <a:srgbClr val="D91F26"/>
              </a:solidFill>
            </a:endParaRPr>
          </a:p>
          <a:p>
            <a:pPr algn="l">
              <a:buNone/>
              <a:defRPr sz="1350" b="1">
                <a:solidFill>
                  <a:srgbClr val="D91F26"/>
                </a:solidFill>
              </a:defRPr>
            </a:pPr>
            <a:r>
              <a:rPr sz="1350" b="1">
                <a:solidFill>
                  <a:srgbClr val="D91F26"/>
                </a:solidFill>
              </a:rPr>
              <a:t>背插J95</a:t>
            </a:r>
            <a:endParaRPr sz="1350" b="1">
              <a:solidFill>
                <a:srgbClr val="D91F26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" name="s2-contact-line"/>
          <p:cNvSpPr>
            <a:spLocks noGrp="1"/>
          </p:cNvSpPr>
          <p:nvPr/>
        </p:nvSpPr>
        <p:spPr>
          <a:xfrm>
            <a:off x="7172325" y="3867150"/>
            <a:ext cx="1057275" cy="0"/>
          </a:xfrm>
          <a:prstGeom prst="line">
            <a:avLst/>
          </a:prstGeom>
          <a:noFill/>
          <a:ln w="28575">
            <a:solidFill>
              <a:srgbClr val="111111"/>
            </a:solidFill>
            <a:prstDash val="solid"/>
          </a:ln>
        </p:spPr>
      </p:sp>
      <p:sp>
        <p:nvSpPr>
          <p:cNvPr id="10" name="s2-contact-left"/>
          <p:cNvSpPr>
            <a:spLocks noGrp="1"/>
          </p:cNvSpPr>
          <p:nvPr/>
        </p:nvSpPr>
        <p:spPr>
          <a:xfrm>
            <a:off x="7086600" y="3762375"/>
            <a:ext cx="266700" cy="209550"/>
          </a:xfrm>
          <a:prstGeom prst="leftArrow">
            <a:avLst/>
          </a:prstGeom>
          <a:solidFill>
            <a:srgbClr val="111111"/>
          </a:solidFill>
          <a:ln w="9525">
            <a:solidFill>
              <a:srgbClr val="111111"/>
            </a:solidFill>
            <a:prstDash val="solid"/>
          </a:ln>
        </p:spPr>
      </p:sp>
      <p:sp>
        <p:nvSpPr>
          <p:cNvPr id="11" name="s2-contact-right"/>
          <p:cNvSpPr>
            <a:spLocks noGrp="1"/>
          </p:cNvSpPr>
          <p:nvPr/>
        </p:nvSpPr>
        <p:spPr>
          <a:xfrm>
            <a:off x="8096250" y="3762375"/>
            <a:ext cx="266700" cy="209550"/>
          </a:xfrm>
          <a:prstGeom prst="rightArrow">
            <a:avLst/>
          </a:prstGeom>
          <a:solidFill>
            <a:srgbClr val="111111"/>
          </a:solidFill>
          <a:ln w="9525">
            <a:solidFill>
              <a:srgbClr val="111111"/>
            </a:solidFill>
            <a:prstDash val="solid"/>
          </a:ln>
        </p:spPr>
      </p:sp>
      <p:sp>
        <p:nvSpPr>
          <p:cNvPr id="15" name="s2-liquid-title"/>
          <p:cNvSpPr>
            <a:spLocks noGrp="1"/>
          </p:cNvSpPr>
          <p:nvPr/>
        </p:nvSpPr>
        <p:spPr>
          <a:xfrm>
            <a:off x="695325" y="5516880"/>
            <a:ext cx="10287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2025" b="0">
                <a:solidFill>
                  <a:srgbClr val="111111"/>
                </a:solidFill>
              </a:defRPr>
            </a:pPr>
            <a:r>
              <a:rPr sz="2025" b="0">
                <a:solidFill>
                  <a:srgbClr val="111111"/>
                </a:solidFill>
              </a:rPr>
              <a:t>液冷</a:t>
            </a:r>
            <a:endParaRPr sz="2025" b="0">
              <a:solidFill>
                <a:srgbClr val="111111"/>
              </a:solidFill>
            </a:endParaRPr>
          </a:p>
        </p:txBody>
      </p:sp>
      <p:sp>
        <p:nvSpPr>
          <p:cNvPr id="3" name="s2-small-return"/>
          <p:cNvSpPr>
            <a:spLocks noGrp="1"/>
          </p:cNvSpPr>
          <p:nvPr/>
        </p:nvSpPr>
        <p:spPr>
          <a:xfrm>
            <a:off x="1924050" y="4377055"/>
            <a:ext cx="2009775" cy="0"/>
          </a:xfrm>
          <a:prstGeom prst="line">
            <a:avLst/>
          </a:prstGeom>
          <a:noFill/>
          <a:ln w="28575">
            <a:solidFill>
              <a:srgbClr val="111111"/>
            </a:solidFill>
            <a:prstDash val="solid"/>
          </a:ln>
        </p:spPr>
      </p:sp>
      <p:sp>
        <p:nvSpPr>
          <p:cNvPr id="42" name="s2-small-supply"/>
          <p:cNvSpPr>
            <a:spLocks noGrp="1"/>
          </p:cNvSpPr>
          <p:nvPr/>
        </p:nvSpPr>
        <p:spPr>
          <a:xfrm>
            <a:off x="1924050" y="3653155"/>
            <a:ext cx="2009775" cy="0"/>
          </a:xfrm>
          <a:prstGeom prst="line">
            <a:avLst/>
          </a:prstGeom>
          <a:noFill/>
          <a:ln w="28575">
            <a:solidFill>
              <a:srgbClr val="111111"/>
            </a:solidFill>
            <a:prstDash val="solid"/>
          </a:ln>
        </p:spPr>
      </p:sp>
      <p:sp>
        <p:nvSpPr>
          <p:cNvPr id="2" name="s2-small-supply-head"/>
          <p:cNvSpPr>
            <a:spLocks noGrp="1"/>
          </p:cNvSpPr>
          <p:nvPr/>
        </p:nvSpPr>
        <p:spPr>
          <a:xfrm>
            <a:off x="3752850" y="3548380"/>
            <a:ext cx="266700" cy="209550"/>
          </a:xfrm>
          <a:prstGeom prst="rightArrow">
            <a:avLst/>
          </a:prstGeom>
          <a:solidFill>
            <a:srgbClr val="111111"/>
          </a:solidFill>
          <a:ln w="9525">
            <a:solidFill>
              <a:srgbClr val="111111"/>
            </a:solidFill>
            <a:prstDash val="solid"/>
          </a:ln>
        </p:spPr>
      </p:sp>
      <p:sp>
        <p:nvSpPr>
          <p:cNvPr id="4" name="s2-small-return-head"/>
          <p:cNvSpPr>
            <a:spLocks noGrp="1"/>
          </p:cNvSpPr>
          <p:nvPr/>
        </p:nvSpPr>
        <p:spPr>
          <a:xfrm>
            <a:off x="1905000" y="4272280"/>
            <a:ext cx="266700" cy="209550"/>
          </a:xfrm>
          <a:prstGeom prst="leftArrow">
            <a:avLst/>
          </a:prstGeom>
          <a:solidFill>
            <a:srgbClr val="111111"/>
          </a:solidFill>
          <a:ln w="9525">
            <a:solidFill>
              <a:srgbClr val="111111"/>
            </a:solidFill>
            <a:prstDash val="solid"/>
          </a:ln>
        </p:spPr>
      </p:sp>
      <p:sp>
        <p:nvSpPr>
          <p:cNvPr id="12" name="s2-liquid-boundary"/>
          <p:cNvSpPr>
            <a:spLocks noGrp="1"/>
          </p:cNvSpPr>
          <p:nvPr/>
        </p:nvSpPr>
        <p:spPr>
          <a:xfrm>
            <a:off x="266700" y="2872105"/>
            <a:ext cx="1885950" cy="2374265"/>
          </a:xfrm>
          <a:prstGeom prst="rect">
            <a:avLst/>
          </a:prstGeom>
          <a:noFill/>
          <a:ln w="28575">
            <a:solidFill>
              <a:srgbClr val="111111"/>
            </a:solidFill>
            <a:prstDash val="dash"/>
          </a:ln>
        </p:spPr>
      </p:sp>
      <p:sp>
        <p:nvSpPr>
          <p:cNvPr id="13" name="s2-small-module"/>
          <p:cNvSpPr>
            <a:spLocks noGrp="1"/>
          </p:cNvSpPr>
          <p:nvPr/>
        </p:nvSpPr>
        <p:spPr>
          <a:xfrm>
            <a:off x="428625" y="3329305"/>
            <a:ext cx="1495425" cy="1457325"/>
          </a:xfrm>
          <a:prstGeom prst="rect">
            <a:avLst/>
          </a:prstGeom>
          <a:solidFill>
            <a:srgbClr val="FFFFFF"/>
          </a:solidFill>
          <a:ln w="28575">
            <a:solidFill>
              <a:srgbClr val="111111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2100" b="0">
                <a:solidFill>
                  <a:srgbClr val="111111"/>
                </a:solidFill>
              </a:defRPr>
            </a:pPr>
            <a:r>
              <a:rPr sz="2100" b="0">
                <a:solidFill>
                  <a:srgbClr val="111111"/>
                </a:solidFill>
              </a:rPr>
              <a:t>小流量</a:t>
            </a:r>
            <a:endParaRPr sz="2100" b="0">
              <a:solidFill>
                <a:srgbClr val="111111"/>
              </a:solidFill>
            </a:endParaRPr>
          </a:p>
          <a:p>
            <a:pPr algn="ctr">
              <a:buNone/>
              <a:defRPr sz="2100" b="0">
                <a:solidFill>
                  <a:srgbClr val="111111"/>
                </a:solidFill>
              </a:defRPr>
            </a:pPr>
            <a:r>
              <a:rPr sz="2100" b="0">
                <a:solidFill>
                  <a:srgbClr val="111111"/>
                </a:solidFill>
              </a:rPr>
              <a:t>供液模块</a:t>
            </a:r>
            <a:endParaRPr sz="2100" b="0">
              <a:solidFill>
                <a:srgbClr val="111111"/>
              </a:solidFill>
            </a:endParaRPr>
          </a:p>
        </p:txBody>
      </p:sp>
      <p:sp>
        <p:nvSpPr>
          <p:cNvPr id="16" name="s2-y52"/>
          <p:cNvSpPr>
            <a:spLocks noGrp="1"/>
          </p:cNvSpPr>
          <p:nvPr/>
        </p:nvSpPr>
        <p:spPr>
          <a:xfrm>
            <a:off x="2114550" y="3224530"/>
            <a:ext cx="52387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Y52</a:t>
            </a:r>
            <a:endParaRPr sz="1500" b="0">
              <a:solidFill>
                <a:srgbClr val="111111"/>
              </a:solidFill>
            </a:endParaRPr>
          </a:p>
        </p:txBody>
      </p:sp>
      <p:sp>
        <p:nvSpPr>
          <p:cNvPr id="17" name="s2-y61"/>
          <p:cNvSpPr>
            <a:spLocks noGrp="1"/>
          </p:cNvSpPr>
          <p:nvPr/>
        </p:nvSpPr>
        <p:spPr>
          <a:xfrm>
            <a:off x="3162300" y="3224530"/>
            <a:ext cx="52387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Y61</a:t>
            </a:r>
            <a:endParaRPr sz="1500" b="0">
              <a:solidFill>
                <a:srgbClr val="111111"/>
              </a:solidFill>
            </a:endParaRPr>
          </a:p>
        </p:txBody>
      </p:sp>
      <p:sp>
        <p:nvSpPr>
          <p:cNvPr id="18" name="s2-dn8"/>
          <p:cNvSpPr>
            <a:spLocks noGrp="1"/>
          </p:cNvSpPr>
          <p:nvPr/>
        </p:nvSpPr>
        <p:spPr>
          <a:xfrm>
            <a:off x="2552700" y="3853180"/>
            <a:ext cx="666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DN8</a:t>
            </a:r>
            <a:endParaRPr sz="1350" b="1">
              <a:solidFill>
                <a:srgbClr val="111111"/>
              </a:solidFill>
            </a:endParaRPr>
          </a:p>
        </p:txBody>
      </p:sp>
      <p:sp>
        <p:nvSpPr>
          <p:cNvPr id="19" name="s2-y51"/>
          <p:cNvSpPr>
            <a:spLocks noGrp="1"/>
          </p:cNvSpPr>
          <p:nvPr/>
        </p:nvSpPr>
        <p:spPr>
          <a:xfrm>
            <a:off x="2114550" y="4481830"/>
            <a:ext cx="52387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Y51</a:t>
            </a:r>
            <a:endParaRPr sz="1500" b="0">
              <a:solidFill>
                <a:srgbClr val="111111"/>
              </a:solidFill>
            </a:endParaRPr>
          </a:p>
        </p:txBody>
      </p:sp>
      <p:sp>
        <p:nvSpPr>
          <p:cNvPr id="20" name="s2-y64"/>
          <p:cNvSpPr>
            <a:spLocks noGrp="1"/>
          </p:cNvSpPr>
          <p:nvPr/>
        </p:nvSpPr>
        <p:spPr>
          <a:xfrm>
            <a:off x="3162300" y="4481830"/>
            <a:ext cx="52387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Y64</a:t>
            </a:r>
            <a:endParaRPr sz="1500" b="0">
              <a:solidFill>
                <a:srgbClr val="111111"/>
              </a:solidFill>
            </a:endParaRPr>
          </a:p>
        </p:txBody>
      </p:sp>
      <p:sp>
        <p:nvSpPr>
          <p:cNvPr id="26" name="s2-experiment-module"/>
          <p:cNvSpPr>
            <a:spLocks noGrp="1"/>
          </p:cNvSpPr>
          <p:nvPr/>
        </p:nvSpPr>
        <p:spPr>
          <a:xfrm>
            <a:off x="3952875" y="2181225"/>
            <a:ext cx="3219450" cy="3419475"/>
          </a:xfrm>
          <a:prstGeom prst="rect">
            <a:avLst/>
          </a:prstGeom>
          <a:solidFill>
            <a:srgbClr val="FFFFFF"/>
          </a:solidFill>
          <a:ln w="28575">
            <a:solidFill>
              <a:srgbClr val="111111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3225" b="0">
                <a:solidFill>
                  <a:srgbClr val="111111"/>
                </a:solidFill>
              </a:defRPr>
            </a:pPr>
            <a:r>
              <a:rPr sz="3225" b="0">
                <a:solidFill>
                  <a:srgbClr val="111111"/>
                </a:solidFill>
              </a:rPr>
              <a:t>新型无泵式沸腾散热</a:t>
            </a:r>
            <a:r>
              <a:rPr sz="3225" b="0">
                <a:solidFill>
                  <a:srgbClr val="111111"/>
                </a:solidFill>
              </a:rPr>
              <a:t>实验模块</a:t>
            </a:r>
            <a:endParaRPr sz="3225" b="0">
              <a:solidFill>
                <a:srgbClr val="111111"/>
              </a:solidFill>
            </a:endParaRPr>
          </a:p>
        </p:txBody>
      </p:sp>
      <p:sp>
        <p:nvSpPr>
          <p:cNvPr id="27" name="s2-air-title"/>
          <p:cNvSpPr>
            <a:spLocks noGrp="1"/>
          </p:cNvSpPr>
          <p:nvPr/>
        </p:nvSpPr>
        <p:spPr>
          <a:xfrm>
            <a:off x="4924425" y="666750"/>
            <a:ext cx="12954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2100" b="0">
                <a:solidFill>
                  <a:srgbClr val="111111"/>
                </a:solidFill>
              </a:defRPr>
            </a:pPr>
            <a:r>
              <a:rPr sz="2100" b="0">
                <a:solidFill>
                  <a:srgbClr val="111111"/>
                </a:solidFill>
              </a:rPr>
              <a:t>风冷</a:t>
            </a:r>
            <a:endParaRPr sz="2100" b="0">
              <a:solidFill>
                <a:srgbClr val="111111"/>
              </a:solidFill>
            </a:endParaRPr>
          </a:p>
        </p:txBody>
      </p:sp>
      <p:sp>
        <p:nvSpPr>
          <p:cNvPr id="28" name="s2-fan-left-blade-1"/>
          <p:cNvSpPr>
            <a:spLocks noGrp="1"/>
          </p:cNvSpPr>
          <p:nvPr/>
        </p:nvSpPr>
        <p:spPr>
          <a:xfrm rot="2700000">
            <a:off x="4762500" y="1181100"/>
            <a:ext cx="190500" cy="323850"/>
          </a:xfrm>
          <a:prstGeom prst="teardrop">
            <a:avLst/>
          </a:prstGeom>
          <a:solidFill>
            <a:srgbClr val="FFFFFF"/>
          </a:solidFill>
          <a:ln w="19050">
            <a:solidFill>
              <a:srgbClr val="333333"/>
            </a:solidFill>
            <a:prstDash val="solid"/>
          </a:ln>
        </p:spPr>
      </p:sp>
      <p:sp>
        <p:nvSpPr>
          <p:cNvPr id="29" name="s2-fan-left-blade-2"/>
          <p:cNvSpPr>
            <a:spLocks noGrp="1"/>
          </p:cNvSpPr>
          <p:nvPr/>
        </p:nvSpPr>
        <p:spPr>
          <a:xfrm rot="7020000">
            <a:off x="4988970" y="1345640"/>
            <a:ext cx="190500" cy="323850"/>
          </a:xfrm>
          <a:prstGeom prst="teardrop">
            <a:avLst/>
          </a:prstGeom>
          <a:solidFill>
            <a:srgbClr val="FFFFFF"/>
          </a:solidFill>
          <a:ln w="19050">
            <a:solidFill>
              <a:srgbClr val="333333"/>
            </a:solidFill>
            <a:prstDash val="solid"/>
          </a:ln>
        </p:spPr>
      </p:sp>
      <p:sp>
        <p:nvSpPr>
          <p:cNvPr id="30" name="s2-fan-left-blade-3"/>
          <p:cNvSpPr>
            <a:spLocks noGrp="1"/>
          </p:cNvSpPr>
          <p:nvPr/>
        </p:nvSpPr>
        <p:spPr>
          <a:xfrm rot="11340000">
            <a:off x="4902466" y="1611872"/>
            <a:ext cx="190500" cy="323850"/>
          </a:xfrm>
          <a:prstGeom prst="teardrop">
            <a:avLst/>
          </a:prstGeom>
          <a:solidFill>
            <a:srgbClr val="FFFFFF"/>
          </a:solidFill>
          <a:ln w="19050">
            <a:solidFill>
              <a:srgbClr val="333333"/>
            </a:solidFill>
            <a:prstDash val="solid"/>
          </a:ln>
        </p:spPr>
      </p:sp>
      <p:sp>
        <p:nvSpPr>
          <p:cNvPr id="31" name="s2-fan-left-blade-4"/>
          <p:cNvSpPr>
            <a:spLocks noGrp="1"/>
          </p:cNvSpPr>
          <p:nvPr/>
        </p:nvSpPr>
        <p:spPr>
          <a:xfrm rot="15660000">
            <a:off x="4622534" y="1611872"/>
            <a:ext cx="190500" cy="323850"/>
          </a:xfrm>
          <a:prstGeom prst="teardrop">
            <a:avLst/>
          </a:prstGeom>
          <a:solidFill>
            <a:srgbClr val="FFFFFF"/>
          </a:solidFill>
          <a:ln w="19050">
            <a:solidFill>
              <a:srgbClr val="333333"/>
            </a:solidFill>
            <a:prstDash val="solid"/>
          </a:ln>
        </p:spPr>
      </p:sp>
      <p:sp>
        <p:nvSpPr>
          <p:cNvPr id="32" name="s2-fan-left-blade-5"/>
          <p:cNvSpPr>
            <a:spLocks noGrp="1"/>
          </p:cNvSpPr>
          <p:nvPr/>
        </p:nvSpPr>
        <p:spPr>
          <a:xfrm rot="19980000">
            <a:off x="4536030" y="1345640"/>
            <a:ext cx="190500" cy="323850"/>
          </a:xfrm>
          <a:prstGeom prst="teardrop">
            <a:avLst/>
          </a:prstGeom>
          <a:solidFill>
            <a:srgbClr val="FFFFFF"/>
          </a:solidFill>
          <a:ln w="19050">
            <a:solidFill>
              <a:srgbClr val="333333"/>
            </a:solidFill>
            <a:prstDash val="solid"/>
          </a:ln>
        </p:spPr>
      </p:sp>
      <p:sp>
        <p:nvSpPr>
          <p:cNvPr id="33" name="s2-fan-left-hub"/>
          <p:cNvSpPr>
            <a:spLocks noGrp="1"/>
          </p:cNvSpPr>
          <p:nvPr/>
        </p:nvSpPr>
        <p:spPr>
          <a:xfrm>
            <a:off x="4772025" y="1495425"/>
            <a:ext cx="171450" cy="17145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333333"/>
            </a:solidFill>
            <a:prstDash val="solid"/>
          </a:ln>
        </p:spPr>
      </p:sp>
      <p:sp>
        <p:nvSpPr>
          <p:cNvPr id="34" name="s2-fan-right-blade-1"/>
          <p:cNvSpPr>
            <a:spLocks noGrp="1"/>
          </p:cNvSpPr>
          <p:nvPr/>
        </p:nvSpPr>
        <p:spPr>
          <a:xfrm rot="2700000">
            <a:off x="6153150" y="1181100"/>
            <a:ext cx="190500" cy="323850"/>
          </a:xfrm>
          <a:prstGeom prst="teardrop">
            <a:avLst/>
          </a:prstGeom>
          <a:solidFill>
            <a:srgbClr val="FFFFFF"/>
          </a:solidFill>
          <a:ln w="19050">
            <a:solidFill>
              <a:srgbClr val="333333"/>
            </a:solidFill>
            <a:prstDash val="solid"/>
          </a:ln>
        </p:spPr>
      </p:sp>
      <p:sp>
        <p:nvSpPr>
          <p:cNvPr id="35" name="s2-fan-right-blade-2"/>
          <p:cNvSpPr>
            <a:spLocks noGrp="1"/>
          </p:cNvSpPr>
          <p:nvPr/>
        </p:nvSpPr>
        <p:spPr>
          <a:xfrm rot="7020000">
            <a:off x="6379620" y="1345640"/>
            <a:ext cx="190500" cy="323850"/>
          </a:xfrm>
          <a:prstGeom prst="teardrop">
            <a:avLst/>
          </a:prstGeom>
          <a:solidFill>
            <a:srgbClr val="FFFFFF"/>
          </a:solidFill>
          <a:ln w="19050">
            <a:solidFill>
              <a:srgbClr val="333333"/>
            </a:solidFill>
            <a:prstDash val="solid"/>
          </a:ln>
        </p:spPr>
      </p:sp>
      <p:sp>
        <p:nvSpPr>
          <p:cNvPr id="36" name="s2-fan-right-blade-3"/>
          <p:cNvSpPr>
            <a:spLocks noGrp="1"/>
          </p:cNvSpPr>
          <p:nvPr/>
        </p:nvSpPr>
        <p:spPr>
          <a:xfrm rot="11340000">
            <a:off x="6293116" y="1611872"/>
            <a:ext cx="190500" cy="323850"/>
          </a:xfrm>
          <a:prstGeom prst="teardrop">
            <a:avLst/>
          </a:prstGeom>
          <a:solidFill>
            <a:srgbClr val="FFFFFF"/>
          </a:solidFill>
          <a:ln w="19050">
            <a:solidFill>
              <a:srgbClr val="333333"/>
            </a:solidFill>
            <a:prstDash val="solid"/>
          </a:ln>
        </p:spPr>
      </p:sp>
      <p:sp>
        <p:nvSpPr>
          <p:cNvPr id="37" name="s2-fan-right-blade-4"/>
          <p:cNvSpPr>
            <a:spLocks noGrp="1"/>
          </p:cNvSpPr>
          <p:nvPr/>
        </p:nvSpPr>
        <p:spPr>
          <a:xfrm rot="15660000">
            <a:off x="6013184" y="1611872"/>
            <a:ext cx="190500" cy="323850"/>
          </a:xfrm>
          <a:prstGeom prst="teardrop">
            <a:avLst/>
          </a:prstGeom>
          <a:solidFill>
            <a:srgbClr val="FFFFFF"/>
          </a:solidFill>
          <a:ln w="19050">
            <a:solidFill>
              <a:srgbClr val="333333"/>
            </a:solidFill>
            <a:prstDash val="solid"/>
          </a:ln>
        </p:spPr>
      </p:sp>
      <p:sp>
        <p:nvSpPr>
          <p:cNvPr id="38" name="s2-fan-right-blade-5"/>
          <p:cNvSpPr>
            <a:spLocks noGrp="1"/>
          </p:cNvSpPr>
          <p:nvPr/>
        </p:nvSpPr>
        <p:spPr>
          <a:xfrm rot="19980000">
            <a:off x="5926680" y="1345640"/>
            <a:ext cx="190500" cy="323850"/>
          </a:xfrm>
          <a:prstGeom prst="teardrop">
            <a:avLst/>
          </a:prstGeom>
          <a:solidFill>
            <a:srgbClr val="FFFFFF"/>
          </a:solidFill>
          <a:ln w="19050">
            <a:solidFill>
              <a:srgbClr val="333333"/>
            </a:solidFill>
            <a:prstDash val="solid"/>
          </a:ln>
        </p:spPr>
      </p:sp>
      <p:sp>
        <p:nvSpPr>
          <p:cNvPr id="39" name="s2-fan-right-hub"/>
          <p:cNvSpPr>
            <a:spLocks noGrp="1"/>
          </p:cNvSpPr>
          <p:nvPr/>
        </p:nvSpPr>
        <p:spPr>
          <a:xfrm>
            <a:off x="6162675" y="1495425"/>
            <a:ext cx="171450" cy="17145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333333"/>
            </a:solidFill>
            <a:prstDash val="solid"/>
          </a:ln>
        </p:spPr>
      </p:sp>
      <p:sp>
        <p:nvSpPr>
          <p:cNvPr id="40" name="s2-optical-platform"/>
          <p:cNvSpPr>
            <a:spLocks noGrp="1"/>
          </p:cNvSpPr>
          <p:nvPr/>
        </p:nvSpPr>
        <p:spPr>
          <a:xfrm>
            <a:off x="8248650" y="2857500"/>
            <a:ext cx="952500" cy="2009775"/>
          </a:xfrm>
          <a:prstGeom prst="rect">
            <a:avLst/>
          </a:prstGeom>
          <a:solidFill>
            <a:srgbClr val="FFFFFF"/>
          </a:solidFill>
          <a:ln w="28575">
            <a:solidFill>
              <a:srgbClr val="111111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950" b="0">
                <a:solidFill>
                  <a:srgbClr val="111111"/>
                </a:solidFill>
              </a:defRPr>
            </a:pPr>
            <a:r>
              <a:rPr sz="1950" b="0">
                <a:solidFill>
                  <a:srgbClr val="111111"/>
                </a:solidFill>
              </a:rPr>
              <a:t>光学</a:t>
            </a:r>
            <a:endParaRPr sz="1950" b="0">
              <a:solidFill>
                <a:srgbClr val="111111"/>
              </a:solidFill>
            </a:endParaRPr>
          </a:p>
          <a:p>
            <a:pPr algn="ctr">
              <a:buNone/>
              <a:defRPr sz="1950" b="0">
                <a:solidFill>
                  <a:srgbClr val="111111"/>
                </a:solidFill>
              </a:defRPr>
            </a:pPr>
            <a:r>
              <a:rPr sz="1950" b="0">
                <a:solidFill>
                  <a:srgbClr val="111111"/>
                </a:solidFill>
              </a:rPr>
              <a:t>观测</a:t>
            </a:r>
            <a:endParaRPr sz="1950" b="0">
              <a:solidFill>
                <a:srgbClr val="111111"/>
              </a:solidFill>
            </a:endParaRPr>
          </a:p>
          <a:p>
            <a:pPr algn="ctr">
              <a:buNone/>
              <a:defRPr sz="1950" b="0">
                <a:solidFill>
                  <a:srgbClr val="111111"/>
                </a:solidFill>
              </a:defRPr>
            </a:pPr>
            <a:r>
              <a:rPr sz="1950" b="0">
                <a:solidFill>
                  <a:srgbClr val="111111"/>
                </a:solidFill>
              </a:rPr>
              <a:t>平台</a:t>
            </a:r>
            <a:endParaRPr sz="1950" b="0">
              <a:solidFill>
                <a:srgbClr val="111111"/>
              </a:solidFill>
            </a:endParaRPr>
          </a:p>
        </p:txBody>
      </p:sp>
      <p:sp>
        <p:nvSpPr>
          <p:cNvPr id="41" name="s2-contact-label"/>
          <p:cNvSpPr>
            <a:spLocks noGrp="1"/>
          </p:cNvSpPr>
          <p:nvPr/>
        </p:nvSpPr>
        <p:spPr>
          <a:xfrm>
            <a:off x="7267575" y="4010025"/>
            <a:ext cx="866775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接触面</a:t>
            </a:r>
            <a:endParaRPr sz="1575" b="0">
              <a:solidFill>
                <a:srgbClr val="111111"/>
              </a:solidFill>
            </a:endParaRPr>
          </a:p>
          <a:p>
            <a:pPr algn="ctr">
              <a:buNone/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散热</a:t>
            </a:r>
            <a:endParaRPr sz="1575" b="0">
              <a:solidFill>
                <a:srgbClr val="11111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56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01825" y="0"/>
            <a:ext cx="5720715" cy="6858000"/>
          </a:xfrm>
          <a:prstGeom prst="rect">
            <a:avLst/>
          </a:prstGeom>
        </p:spPr>
      </p:pic>
      <p:sp>
        <p:nvSpPr>
          <p:cNvPr id="6" name="矩形 5"/>
          <p:cNvSpPr>
            <a:spLocks noGrp="1"/>
          </p:cNvSpPr>
          <p:nvPr/>
        </p:nvSpPr>
        <p:spPr>
          <a:xfrm>
            <a:off x="3826510" y="5229225"/>
            <a:ext cx="431800" cy="288290"/>
          </a:xfrm>
          <a:prstGeom prst="rect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1233805" y="4364990"/>
            <a:ext cx="518160" cy="210185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1000" b="1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Q1</a:t>
            </a:r>
            <a:endParaRPr sz="1000" b="1">
              <a:solidFill>
                <a:schemeClr val="tx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233805" y="4653280"/>
            <a:ext cx="518160" cy="210185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1000" b="1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Q2</a:t>
            </a:r>
            <a:endParaRPr sz="1000" b="1">
              <a:solidFill>
                <a:schemeClr val="tx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233805" y="4941570"/>
            <a:ext cx="518160" cy="210185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1000" b="1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Q3</a:t>
            </a:r>
            <a:endParaRPr sz="1000" b="1">
              <a:solidFill>
                <a:schemeClr val="tx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cxnSp>
        <p:nvCxnSpPr>
          <p:cNvPr id="61" name="直接箭头连接符 7"/>
          <p:cNvCxnSpPr>
            <a:stCxn id="2" idx="3"/>
          </p:cNvCxnSpPr>
          <p:nvPr/>
        </p:nvCxnSpPr>
        <p:spPr>
          <a:xfrm>
            <a:off x="1751965" y="4470400"/>
            <a:ext cx="2074545" cy="758825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2" name="直接箭头连接符 8"/>
          <p:cNvCxnSpPr>
            <a:endCxn id="6" idx="1"/>
          </p:cNvCxnSpPr>
          <p:nvPr/>
        </p:nvCxnSpPr>
        <p:spPr>
          <a:xfrm>
            <a:off x="1751965" y="4725035"/>
            <a:ext cx="2074545" cy="648335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3" name="直接箭头连接符 9"/>
          <p:cNvCxnSpPr/>
          <p:nvPr/>
        </p:nvCxnSpPr>
        <p:spPr>
          <a:xfrm>
            <a:off x="1751965" y="5048885"/>
            <a:ext cx="2074545" cy="46863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5" name="矩形 14"/>
          <p:cNvSpPr>
            <a:spLocks noGrp="1"/>
          </p:cNvSpPr>
          <p:nvPr/>
        </p:nvSpPr>
        <p:spPr>
          <a:xfrm>
            <a:off x="655320" y="4076700"/>
            <a:ext cx="1096645" cy="210185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1000" b="1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T1 T2 T3 T4 T5</a:t>
            </a:r>
            <a:endParaRPr sz="1000" b="1">
              <a:solidFill>
                <a:schemeClr val="tx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cxnSp>
        <p:nvCxnSpPr>
          <p:cNvPr id="65" name="直接箭头连接符 15"/>
          <p:cNvCxnSpPr>
            <a:stCxn id="15" idx="3"/>
            <a:endCxn id="6" idx="0"/>
          </p:cNvCxnSpPr>
          <p:nvPr/>
        </p:nvCxnSpPr>
        <p:spPr>
          <a:xfrm>
            <a:off x="1751965" y="4182110"/>
            <a:ext cx="2290445" cy="1047115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" name="矩形 6"/>
          <p:cNvSpPr>
            <a:spLocks noGrp="1"/>
          </p:cNvSpPr>
          <p:nvPr/>
        </p:nvSpPr>
        <p:spPr>
          <a:xfrm>
            <a:off x="5763895" y="4709795"/>
            <a:ext cx="294640" cy="231775"/>
          </a:xfrm>
          <a:prstGeom prst="rect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8002905" y="4509135"/>
            <a:ext cx="518160" cy="210185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1000" b="1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Q4</a:t>
            </a:r>
            <a:endParaRPr sz="1000" b="1">
              <a:solidFill>
                <a:schemeClr val="tx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cxnSp>
        <p:nvCxnSpPr>
          <p:cNvPr id="68" name="直接箭头连接符 11"/>
          <p:cNvCxnSpPr/>
          <p:nvPr/>
        </p:nvCxnSpPr>
        <p:spPr>
          <a:xfrm flipH="1">
            <a:off x="6058535" y="4614545"/>
            <a:ext cx="1937385" cy="11049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3" name="矩形 12"/>
          <p:cNvSpPr>
            <a:spLocks noGrp="1"/>
          </p:cNvSpPr>
          <p:nvPr/>
        </p:nvSpPr>
        <p:spPr>
          <a:xfrm>
            <a:off x="8002905" y="4819015"/>
            <a:ext cx="518160" cy="210185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1000" b="1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Q5</a:t>
            </a:r>
            <a:endParaRPr sz="1000" b="1">
              <a:solidFill>
                <a:schemeClr val="tx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cxnSp>
        <p:nvCxnSpPr>
          <p:cNvPr id="70" name="直接箭头连接符 13"/>
          <p:cNvCxnSpPr/>
          <p:nvPr/>
        </p:nvCxnSpPr>
        <p:spPr>
          <a:xfrm flipH="1">
            <a:off x="6058535" y="4924425"/>
            <a:ext cx="1937385" cy="1651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7" name="矩形 16"/>
          <p:cNvSpPr>
            <a:spLocks noGrp="1"/>
          </p:cNvSpPr>
          <p:nvPr/>
        </p:nvSpPr>
        <p:spPr>
          <a:xfrm>
            <a:off x="7986395" y="4204970"/>
            <a:ext cx="713105" cy="210185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1000" b="1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T6 T7 T8</a:t>
            </a:r>
            <a:endParaRPr sz="1000" b="1">
              <a:solidFill>
                <a:schemeClr val="tx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cxnSp>
        <p:nvCxnSpPr>
          <p:cNvPr id="72" name="直接箭头连接符 17"/>
          <p:cNvCxnSpPr>
            <a:stCxn id="17" idx="1"/>
            <a:endCxn id="7" idx="0"/>
          </p:cNvCxnSpPr>
          <p:nvPr/>
        </p:nvCxnSpPr>
        <p:spPr>
          <a:xfrm flipH="1">
            <a:off x="5911215" y="4310380"/>
            <a:ext cx="2075180" cy="399415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56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01825" y="0"/>
            <a:ext cx="5720715" cy="6858000"/>
          </a:xfrm>
          <a:prstGeom prst="rect">
            <a:avLst/>
          </a:prstGeom>
        </p:spPr>
      </p:pic>
      <p:sp>
        <p:nvSpPr>
          <p:cNvPr id="6" name="矩形 5"/>
          <p:cNvSpPr>
            <a:spLocks noGrp="1"/>
          </p:cNvSpPr>
          <p:nvPr/>
        </p:nvSpPr>
        <p:spPr>
          <a:xfrm>
            <a:off x="3826510" y="2853055"/>
            <a:ext cx="431800" cy="288290"/>
          </a:xfrm>
          <a:prstGeom prst="rect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5763895" y="2333625"/>
            <a:ext cx="294640" cy="231775"/>
          </a:xfrm>
          <a:prstGeom prst="rect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1233805" y="1988820"/>
            <a:ext cx="518160" cy="210185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1000" b="1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Q10</a:t>
            </a:r>
            <a:endParaRPr sz="1000" b="1">
              <a:solidFill>
                <a:schemeClr val="tx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233805" y="2277110"/>
            <a:ext cx="518160" cy="210185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1000" b="1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Q11</a:t>
            </a:r>
            <a:endParaRPr sz="1000" b="1">
              <a:solidFill>
                <a:schemeClr val="tx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233805" y="2565400"/>
            <a:ext cx="518160" cy="210185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1000" b="1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Q12</a:t>
            </a:r>
            <a:endParaRPr sz="1000" b="1">
              <a:solidFill>
                <a:schemeClr val="tx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cxnSp>
        <p:nvCxnSpPr>
          <p:cNvPr id="62" name="直接箭头连接符 7"/>
          <p:cNvCxnSpPr>
            <a:stCxn id="2" idx="3"/>
          </p:cNvCxnSpPr>
          <p:nvPr/>
        </p:nvCxnSpPr>
        <p:spPr>
          <a:xfrm>
            <a:off x="1751965" y="2094230"/>
            <a:ext cx="2074545" cy="758825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3" name="直接箭头连接符 8"/>
          <p:cNvCxnSpPr>
            <a:endCxn id="6" idx="1"/>
          </p:cNvCxnSpPr>
          <p:nvPr/>
        </p:nvCxnSpPr>
        <p:spPr>
          <a:xfrm>
            <a:off x="1751965" y="2348865"/>
            <a:ext cx="2074545" cy="648335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4" name="直接箭头连接符 9"/>
          <p:cNvCxnSpPr/>
          <p:nvPr/>
        </p:nvCxnSpPr>
        <p:spPr>
          <a:xfrm>
            <a:off x="1751965" y="2672715"/>
            <a:ext cx="2074545" cy="46863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1" name="矩形 10"/>
          <p:cNvSpPr>
            <a:spLocks noGrp="1"/>
          </p:cNvSpPr>
          <p:nvPr/>
        </p:nvSpPr>
        <p:spPr>
          <a:xfrm>
            <a:off x="8002905" y="2132965"/>
            <a:ext cx="518160" cy="210185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1000" b="1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Q13</a:t>
            </a:r>
            <a:endParaRPr sz="1000" b="1">
              <a:solidFill>
                <a:schemeClr val="tx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cxnSp>
        <p:nvCxnSpPr>
          <p:cNvPr id="66" name="直接箭头连接符 11"/>
          <p:cNvCxnSpPr/>
          <p:nvPr/>
        </p:nvCxnSpPr>
        <p:spPr>
          <a:xfrm flipH="1">
            <a:off x="6058535" y="2238375"/>
            <a:ext cx="1937385" cy="11049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3" name="矩形 12"/>
          <p:cNvSpPr>
            <a:spLocks noGrp="1"/>
          </p:cNvSpPr>
          <p:nvPr/>
        </p:nvSpPr>
        <p:spPr>
          <a:xfrm>
            <a:off x="8002905" y="2442845"/>
            <a:ext cx="518160" cy="210185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1000" b="1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Q14</a:t>
            </a:r>
            <a:endParaRPr sz="1000" b="1">
              <a:solidFill>
                <a:schemeClr val="tx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cxnSp>
        <p:nvCxnSpPr>
          <p:cNvPr id="68" name="直接箭头连接符 13"/>
          <p:cNvCxnSpPr/>
          <p:nvPr/>
        </p:nvCxnSpPr>
        <p:spPr>
          <a:xfrm flipH="1">
            <a:off x="6058535" y="2548255"/>
            <a:ext cx="1937385" cy="1651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5" name="矩形 14"/>
          <p:cNvSpPr>
            <a:spLocks noGrp="1"/>
          </p:cNvSpPr>
          <p:nvPr/>
        </p:nvSpPr>
        <p:spPr>
          <a:xfrm>
            <a:off x="209550" y="1700530"/>
            <a:ext cx="1542415" cy="210185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1000" b="1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T31 T32 T33 T34 T35</a:t>
            </a:r>
            <a:endParaRPr sz="1000" b="1">
              <a:solidFill>
                <a:schemeClr val="tx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cxnSp>
        <p:nvCxnSpPr>
          <p:cNvPr id="70" name="直接箭头连接符 15"/>
          <p:cNvCxnSpPr>
            <a:stCxn id="15" idx="3"/>
            <a:endCxn id="6" idx="0"/>
          </p:cNvCxnSpPr>
          <p:nvPr/>
        </p:nvCxnSpPr>
        <p:spPr>
          <a:xfrm>
            <a:off x="1751965" y="1805940"/>
            <a:ext cx="2290445" cy="1047115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7" name="矩形 16"/>
          <p:cNvSpPr>
            <a:spLocks noGrp="1"/>
          </p:cNvSpPr>
          <p:nvPr/>
        </p:nvSpPr>
        <p:spPr>
          <a:xfrm>
            <a:off x="7986395" y="1828800"/>
            <a:ext cx="928370" cy="210185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1000" b="1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T36 T37 T38</a:t>
            </a:r>
            <a:endParaRPr sz="1000" b="1">
              <a:solidFill>
                <a:schemeClr val="tx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cxnSp>
        <p:nvCxnSpPr>
          <p:cNvPr id="72" name="直接箭头连接符 17"/>
          <p:cNvCxnSpPr>
            <a:stCxn id="17" idx="1"/>
            <a:endCxn id="7" idx="0"/>
          </p:cNvCxnSpPr>
          <p:nvPr/>
        </p:nvCxnSpPr>
        <p:spPr>
          <a:xfrm flipH="1">
            <a:off x="5911215" y="1934210"/>
            <a:ext cx="2075180" cy="399415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54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01825" y="0"/>
            <a:ext cx="5720715" cy="6858000"/>
          </a:xfrm>
          <a:prstGeom prst="rect">
            <a:avLst/>
          </a:prstGeom>
        </p:spPr>
      </p:pic>
      <p:sp>
        <p:nvSpPr>
          <p:cNvPr id="3" name="矩形 2"/>
          <p:cNvSpPr>
            <a:spLocks noGrp="1"/>
          </p:cNvSpPr>
          <p:nvPr/>
        </p:nvSpPr>
        <p:spPr>
          <a:xfrm>
            <a:off x="5770880" y="4079240"/>
            <a:ext cx="294640" cy="231775"/>
          </a:xfrm>
          <a:prstGeom prst="rect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8009890" y="4396740"/>
            <a:ext cx="518160" cy="210185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1000" b="1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Q6</a:t>
            </a:r>
            <a:endParaRPr sz="1000" b="1">
              <a:solidFill>
                <a:schemeClr val="tx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cxnSp>
        <p:nvCxnSpPr>
          <p:cNvPr id="57" name="直接箭头连接符 11"/>
          <p:cNvCxnSpPr>
            <a:stCxn id="11" idx="1"/>
          </p:cNvCxnSpPr>
          <p:nvPr/>
        </p:nvCxnSpPr>
        <p:spPr>
          <a:xfrm flipH="1" flipV="1">
            <a:off x="6065520" y="4094480"/>
            <a:ext cx="1944370" cy="40767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3" name="矩形 12"/>
          <p:cNvSpPr>
            <a:spLocks noGrp="1"/>
          </p:cNvSpPr>
          <p:nvPr/>
        </p:nvSpPr>
        <p:spPr>
          <a:xfrm>
            <a:off x="8009890" y="4725035"/>
            <a:ext cx="518160" cy="210185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1000" b="1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Q7</a:t>
            </a:r>
            <a:endParaRPr sz="1000" b="1">
              <a:solidFill>
                <a:schemeClr val="tx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cxnSp>
        <p:nvCxnSpPr>
          <p:cNvPr id="59" name="直接箭头连接符 13"/>
          <p:cNvCxnSpPr>
            <a:stCxn id="13" idx="1"/>
          </p:cNvCxnSpPr>
          <p:nvPr/>
        </p:nvCxnSpPr>
        <p:spPr>
          <a:xfrm flipH="1" flipV="1">
            <a:off x="6065520" y="4237990"/>
            <a:ext cx="1944370" cy="592455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7" name="矩形 16"/>
          <p:cNvSpPr>
            <a:spLocks noGrp="1"/>
          </p:cNvSpPr>
          <p:nvPr/>
        </p:nvSpPr>
        <p:spPr>
          <a:xfrm>
            <a:off x="8009890" y="4077335"/>
            <a:ext cx="859790" cy="210185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1000" b="1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T9 T10 T11</a:t>
            </a:r>
            <a:endParaRPr sz="1000" b="1">
              <a:solidFill>
                <a:schemeClr val="tx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cxnSp>
        <p:nvCxnSpPr>
          <p:cNvPr id="61" name="直接箭头连接符 17"/>
          <p:cNvCxnSpPr>
            <a:stCxn id="17" idx="1"/>
            <a:endCxn id="3" idx="0"/>
          </p:cNvCxnSpPr>
          <p:nvPr/>
        </p:nvCxnSpPr>
        <p:spPr>
          <a:xfrm flipH="1" flipV="1">
            <a:off x="5918200" y="4079240"/>
            <a:ext cx="2091690" cy="103505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" name="矩形 5"/>
          <p:cNvSpPr>
            <a:spLocks noGrp="1"/>
          </p:cNvSpPr>
          <p:nvPr/>
        </p:nvSpPr>
        <p:spPr>
          <a:xfrm>
            <a:off x="5763895" y="3500120"/>
            <a:ext cx="294640" cy="231775"/>
          </a:xfrm>
          <a:prstGeom prst="rect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8002905" y="3299460"/>
            <a:ext cx="518160" cy="210185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1000" b="1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Q8</a:t>
            </a:r>
            <a:endParaRPr sz="1000" b="1">
              <a:solidFill>
                <a:schemeClr val="tx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cxnSp>
        <p:nvCxnSpPr>
          <p:cNvPr id="64" name="直接箭头连接符 8"/>
          <p:cNvCxnSpPr/>
          <p:nvPr/>
        </p:nvCxnSpPr>
        <p:spPr>
          <a:xfrm flipH="1">
            <a:off x="6058535" y="3404870"/>
            <a:ext cx="1937385" cy="11049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0" name="矩形 9"/>
          <p:cNvSpPr>
            <a:spLocks noGrp="1"/>
          </p:cNvSpPr>
          <p:nvPr/>
        </p:nvSpPr>
        <p:spPr>
          <a:xfrm>
            <a:off x="8002905" y="3609340"/>
            <a:ext cx="518160" cy="210185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1000" b="1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Q9</a:t>
            </a:r>
            <a:endParaRPr sz="1000" b="1">
              <a:solidFill>
                <a:schemeClr val="tx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cxnSp>
        <p:nvCxnSpPr>
          <p:cNvPr id="66" name="直接箭头连接符 14"/>
          <p:cNvCxnSpPr/>
          <p:nvPr/>
        </p:nvCxnSpPr>
        <p:spPr>
          <a:xfrm flipH="1">
            <a:off x="6058535" y="3714750"/>
            <a:ext cx="1937385" cy="1651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6" name="矩形 15"/>
          <p:cNvSpPr>
            <a:spLocks noGrp="1"/>
          </p:cNvSpPr>
          <p:nvPr/>
        </p:nvSpPr>
        <p:spPr>
          <a:xfrm>
            <a:off x="7986395" y="2995295"/>
            <a:ext cx="883920" cy="210185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1000" b="1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T12 T13 T14</a:t>
            </a:r>
            <a:endParaRPr sz="1000" b="1">
              <a:solidFill>
                <a:schemeClr val="tx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cxnSp>
        <p:nvCxnSpPr>
          <p:cNvPr id="68" name="直接箭头连接符 19"/>
          <p:cNvCxnSpPr>
            <a:stCxn id="16" idx="1"/>
            <a:endCxn id="6" idx="0"/>
          </p:cNvCxnSpPr>
          <p:nvPr/>
        </p:nvCxnSpPr>
        <p:spPr>
          <a:xfrm flipH="1">
            <a:off x="5911215" y="3100705"/>
            <a:ext cx="2075180" cy="399415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54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01825" y="0"/>
            <a:ext cx="5720715" cy="6858000"/>
          </a:xfrm>
          <a:prstGeom prst="rect">
            <a:avLst/>
          </a:prstGeom>
        </p:spPr>
      </p:pic>
      <p:sp>
        <p:nvSpPr>
          <p:cNvPr id="3" name="矩形 2"/>
          <p:cNvSpPr>
            <a:spLocks noGrp="1"/>
          </p:cNvSpPr>
          <p:nvPr/>
        </p:nvSpPr>
        <p:spPr>
          <a:xfrm>
            <a:off x="5770245" y="1715770"/>
            <a:ext cx="294640" cy="231775"/>
          </a:xfrm>
          <a:prstGeom prst="rect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8009255" y="2033270"/>
            <a:ext cx="518160" cy="210185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1000" b="1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Q15</a:t>
            </a:r>
            <a:endParaRPr sz="1000" b="1">
              <a:solidFill>
                <a:schemeClr val="tx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cxnSp>
        <p:nvCxnSpPr>
          <p:cNvPr id="57" name="直接箭头连接符 11"/>
          <p:cNvCxnSpPr>
            <a:stCxn id="11" idx="1"/>
          </p:cNvCxnSpPr>
          <p:nvPr/>
        </p:nvCxnSpPr>
        <p:spPr>
          <a:xfrm flipH="1" flipV="1">
            <a:off x="6064885" y="1731010"/>
            <a:ext cx="1944370" cy="40767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3" name="矩形 12"/>
          <p:cNvSpPr>
            <a:spLocks noGrp="1"/>
          </p:cNvSpPr>
          <p:nvPr/>
        </p:nvSpPr>
        <p:spPr>
          <a:xfrm>
            <a:off x="8009255" y="2361565"/>
            <a:ext cx="518160" cy="210185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1000" b="1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Q16</a:t>
            </a:r>
            <a:endParaRPr sz="1000" b="1">
              <a:solidFill>
                <a:schemeClr val="tx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cxnSp>
        <p:nvCxnSpPr>
          <p:cNvPr id="59" name="直接箭头连接符 13"/>
          <p:cNvCxnSpPr>
            <a:stCxn id="13" idx="1"/>
          </p:cNvCxnSpPr>
          <p:nvPr/>
        </p:nvCxnSpPr>
        <p:spPr>
          <a:xfrm flipH="1" flipV="1">
            <a:off x="6064885" y="1874520"/>
            <a:ext cx="1944370" cy="592455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7" name="矩形 16"/>
          <p:cNvSpPr>
            <a:spLocks noGrp="1"/>
          </p:cNvSpPr>
          <p:nvPr/>
        </p:nvSpPr>
        <p:spPr>
          <a:xfrm>
            <a:off x="8009255" y="1713865"/>
            <a:ext cx="949960" cy="210185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1000" b="1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T39 T40 T41</a:t>
            </a:r>
            <a:endParaRPr sz="1000" b="1">
              <a:solidFill>
                <a:schemeClr val="tx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cxnSp>
        <p:nvCxnSpPr>
          <p:cNvPr id="61" name="直接箭头连接符 17"/>
          <p:cNvCxnSpPr>
            <a:stCxn id="17" idx="1"/>
            <a:endCxn id="3" idx="0"/>
          </p:cNvCxnSpPr>
          <p:nvPr/>
        </p:nvCxnSpPr>
        <p:spPr>
          <a:xfrm flipH="1" flipV="1">
            <a:off x="5917565" y="1715770"/>
            <a:ext cx="2091690" cy="103505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" name="矩形 5"/>
          <p:cNvSpPr>
            <a:spLocks noGrp="1"/>
          </p:cNvSpPr>
          <p:nvPr/>
        </p:nvSpPr>
        <p:spPr>
          <a:xfrm>
            <a:off x="5763260" y="1136650"/>
            <a:ext cx="294640" cy="231775"/>
          </a:xfrm>
          <a:prstGeom prst="rect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8002270" y="935990"/>
            <a:ext cx="518160" cy="210185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1000" b="1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Q17</a:t>
            </a:r>
            <a:endParaRPr sz="1000" b="1">
              <a:solidFill>
                <a:schemeClr val="tx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cxnSp>
        <p:nvCxnSpPr>
          <p:cNvPr id="64" name="直接箭头连接符 8"/>
          <p:cNvCxnSpPr/>
          <p:nvPr/>
        </p:nvCxnSpPr>
        <p:spPr>
          <a:xfrm flipH="1">
            <a:off x="6057900" y="1041400"/>
            <a:ext cx="1937385" cy="11049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0" name="矩形 9"/>
          <p:cNvSpPr>
            <a:spLocks noGrp="1"/>
          </p:cNvSpPr>
          <p:nvPr/>
        </p:nvSpPr>
        <p:spPr>
          <a:xfrm>
            <a:off x="8002270" y="1245870"/>
            <a:ext cx="518160" cy="210185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1000" b="1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Q18</a:t>
            </a:r>
            <a:endParaRPr sz="1000" b="1">
              <a:solidFill>
                <a:schemeClr val="tx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cxnSp>
        <p:nvCxnSpPr>
          <p:cNvPr id="66" name="直接箭头连接符 14"/>
          <p:cNvCxnSpPr/>
          <p:nvPr/>
        </p:nvCxnSpPr>
        <p:spPr>
          <a:xfrm flipH="1">
            <a:off x="6057900" y="1351280"/>
            <a:ext cx="1937385" cy="1651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6" name="矩形 15"/>
          <p:cNvSpPr>
            <a:spLocks noGrp="1"/>
          </p:cNvSpPr>
          <p:nvPr/>
        </p:nvSpPr>
        <p:spPr>
          <a:xfrm>
            <a:off x="7985760" y="631825"/>
            <a:ext cx="883920" cy="210185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1000" b="1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T42 T43 T44</a:t>
            </a:r>
            <a:endParaRPr sz="1000" b="1">
              <a:solidFill>
                <a:schemeClr val="tx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cxnSp>
        <p:nvCxnSpPr>
          <p:cNvPr id="68" name="直接箭头连接符 19"/>
          <p:cNvCxnSpPr>
            <a:stCxn id="16" idx="1"/>
            <a:endCxn id="6" idx="0"/>
          </p:cNvCxnSpPr>
          <p:nvPr/>
        </p:nvCxnSpPr>
        <p:spPr>
          <a:xfrm flipH="1">
            <a:off x="5910580" y="737235"/>
            <a:ext cx="2075180" cy="399415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58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01825" y="0"/>
            <a:ext cx="5720715" cy="6858000"/>
          </a:xfrm>
          <a:prstGeom prst="rect">
            <a:avLst/>
          </a:prstGeom>
        </p:spPr>
      </p:pic>
      <p:sp>
        <p:nvSpPr>
          <p:cNvPr id="3" name="矩形 2"/>
          <p:cNvSpPr>
            <a:spLocks noGrp="1"/>
          </p:cNvSpPr>
          <p:nvPr/>
        </p:nvSpPr>
        <p:spPr>
          <a:xfrm>
            <a:off x="2968625" y="5300980"/>
            <a:ext cx="294640" cy="231775"/>
          </a:xfrm>
          <a:prstGeom prst="rect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3314700" y="4591050"/>
            <a:ext cx="294640" cy="231775"/>
          </a:xfrm>
          <a:prstGeom prst="rect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2652395" y="3928745"/>
            <a:ext cx="294640" cy="231775"/>
          </a:xfrm>
          <a:prstGeom prst="rect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223635" y="4701540"/>
            <a:ext cx="294640" cy="231775"/>
          </a:xfrm>
          <a:prstGeom prst="rect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6207125" y="4110990"/>
            <a:ext cx="294640" cy="231775"/>
          </a:xfrm>
          <a:prstGeom prst="rect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1113790" y="5157470"/>
            <a:ext cx="638175" cy="210185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1000" b="1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T15 T16</a:t>
            </a:r>
            <a:endParaRPr sz="1000" b="1">
              <a:solidFill>
                <a:schemeClr val="tx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cxnSp>
        <p:nvCxnSpPr>
          <p:cNvPr id="65" name="直接箭头连接符 17"/>
          <p:cNvCxnSpPr>
            <a:stCxn id="17" idx="3"/>
            <a:endCxn id="3" idx="1"/>
          </p:cNvCxnSpPr>
          <p:nvPr/>
        </p:nvCxnSpPr>
        <p:spPr>
          <a:xfrm>
            <a:off x="1751965" y="5262880"/>
            <a:ext cx="1216660" cy="154305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3" name="矩形 12"/>
          <p:cNvSpPr>
            <a:spLocks noGrp="1"/>
          </p:cNvSpPr>
          <p:nvPr/>
        </p:nvSpPr>
        <p:spPr>
          <a:xfrm>
            <a:off x="1113790" y="4403725"/>
            <a:ext cx="638175" cy="210185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1000" b="1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T17 T18</a:t>
            </a:r>
            <a:endParaRPr sz="1000" b="1">
              <a:solidFill>
                <a:schemeClr val="tx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cxnSp>
        <p:nvCxnSpPr>
          <p:cNvPr id="67" name="直接箭头连接符 13"/>
          <p:cNvCxnSpPr>
            <a:stCxn id="13" idx="3"/>
            <a:endCxn id="4" idx="1"/>
          </p:cNvCxnSpPr>
          <p:nvPr/>
        </p:nvCxnSpPr>
        <p:spPr>
          <a:xfrm>
            <a:off x="1751965" y="4509135"/>
            <a:ext cx="1562735" cy="19812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5" name="矩形 14"/>
          <p:cNvSpPr>
            <a:spLocks noGrp="1"/>
          </p:cNvSpPr>
          <p:nvPr/>
        </p:nvSpPr>
        <p:spPr>
          <a:xfrm>
            <a:off x="1099820" y="3755390"/>
            <a:ext cx="638175" cy="210185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1000" b="1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T19 T20</a:t>
            </a:r>
            <a:endParaRPr sz="1000" b="1">
              <a:solidFill>
                <a:schemeClr val="tx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cxnSp>
        <p:nvCxnSpPr>
          <p:cNvPr id="69" name="直接箭头连接符 15"/>
          <p:cNvCxnSpPr>
            <a:stCxn id="15" idx="3"/>
            <a:endCxn id="6" idx="1"/>
          </p:cNvCxnSpPr>
          <p:nvPr/>
        </p:nvCxnSpPr>
        <p:spPr>
          <a:xfrm>
            <a:off x="1737995" y="3860800"/>
            <a:ext cx="914400" cy="18415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9" name="矩形 18"/>
          <p:cNvSpPr>
            <a:spLocks noGrp="1"/>
          </p:cNvSpPr>
          <p:nvPr/>
        </p:nvSpPr>
        <p:spPr>
          <a:xfrm>
            <a:off x="7858760" y="4581525"/>
            <a:ext cx="638175" cy="210185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1000" b="1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T21 T22</a:t>
            </a:r>
            <a:endParaRPr sz="1000" b="1">
              <a:solidFill>
                <a:schemeClr val="tx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cxnSp>
        <p:nvCxnSpPr>
          <p:cNvPr id="71" name="直接箭头连接符 19"/>
          <p:cNvCxnSpPr>
            <a:endCxn id="8" idx="3"/>
          </p:cNvCxnSpPr>
          <p:nvPr/>
        </p:nvCxnSpPr>
        <p:spPr>
          <a:xfrm flipH="1">
            <a:off x="6518275" y="4701540"/>
            <a:ext cx="1340485" cy="116205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1" name="矩形 20"/>
          <p:cNvSpPr>
            <a:spLocks noGrp="1"/>
          </p:cNvSpPr>
          <p:nvPr/>
        </p:nvSpPr>
        <p:spPr>
          <a:xfrm>
            <a:off x="7858760" y="3973195"/>
            <a:ext cx="638175" cy="210185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1000" b="1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T23 T24</a:t>
            </a:r>
            <a:endParaRPr sz="1000" b="1">
              <a:solidFill>
                <a:schemeClr val="tx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cxnSp>
        <p:nvCxnSpPr>
          <p:cNvPr id="73" name="直接箭头连接符 21"/>
          <p:cNvCxnSpPr/>
          <p:nvPr/>
        </p:nvCxnSpPr>
        <p:spPr>
          <a:xfrm flipH="1">
            <a:off x="6490335" y="4110990"/>
            <a:ext cx="1340485" cy="116205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58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01825" y="0"/>
            <a:ext cx="5720715" cy="6858000"/>
          </a:xfrm>
          <a:prstGeom prst="rect">
            <a:avLst/>
          </a:prstGeom>
        </p:spPr>
      </p:pic>
      <p:sp>
        <p:nvSpPr>
          <p:cNvPr id="3" name="矩形 2"/>
          <p:cNvSpPr>
            <a:spLocks noGrp="1"/>
          </p:cNvSpPr>
          <p:nvPr/>
        </p:nvSpPr>
        <p:spPr>
          <a:xfrm>
            <a:off x="2982595" y="2886075"/>
            <a:ext cx="294640" cy="231775"/>
          </a:xfrm>
          <a:prstGeom prst="rect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3328670" y="2176145"/>
            <a:ext cx="294640" cy="231775"/>
          </a:xfrm>
          <a:prstGeom prst="rect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2666365" y="1513840"/>
            <a:ext cx="294640" cy="231775"/>
          </a:xfrm>
          <a:prstGeom prst="rect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237605" y="2286635"/>
            <a:ext cx="294640" cy="231775"/>
          </a:xfrm>
          <a:prstGeom prst="rect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6221095" y="1696085"/>
            <a:ext cx="294640" cy="231775"/>
          </a:xfrm>
          <a:prstGeom prst="rect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1127760" y="2742565"/>
            <a:ext cx="638175" cy="210185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1000" b="1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T35 T36</a:t>
            </a:r>
            <a:endParaRPr sz="1000" b="1">
              <a:solidFill>
                <a:schemeClr val="tx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cxnSp>
        <p:nvCxnSpPr>
          <p:cNvPr id="65" name="直接箭头连接符 17"/>
          <p:cNvCxnSpPr>
            <a:stCxn id="17" idx="3"/>
            <a:endCxn id="3" idx="1"/>
          </p:cNvCxnSpPr>
          <p:nvPr/>
        </p:nvCxnSpPr>
        <p:spPr>
          <a:xfrm>
            <a:off x="1765935" y="2847975"/>
            <a:ext cx="1216660" cy="154305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3" name="矩形 12"/>
          <p:cNvSpPr>
            <a:spLocks noGrp="1"/>
          </p:cNvSpPr>
          <p:nvPr/>
        </p:nvSpPr>
        <p:spPr>
          <a:xfrm>
            <a:off x="1127760" y="1988820"/>
            <a:ext cx="638175" cy="210185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1000" b="1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T37 T38</a:t>
            </a:r>
            <a:endParaRPr sz="1000" b="1">
              <a:solidFill>
                <a:schemeClr val="tx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cxnSp>
        <p:nvCxnSpPr>
          <p:cNvPr id="67" name="直接箭头连接符 13"/>
          <p:cNvCxnSpPr>
            <a:stCxn id="13" idx="3"/>
            <a:endCxn id="4" idx="1"/>
          </p:cNvCxnSpPr>
          <p:nvPr/>
        </p:nvCxnSpPr>
        <p:spPr>
          <a:xfrm>
            <a:off x="1765935" y="2094230"/>
            <a:ext cx="1562735" cy="19812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5" name="矩形 14"/>
          <p:cNvSpPr>
            <a:spLocks noGrp="1"/>
          </p:cNvSpPr>
          <p:nvPr/>
        </p:nvSpPr>
        <p:spPr>
          <a:xfrm>
            <a:off x="1113790" y="1340485"/>
            <a:ext cx="638175" cy="210185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1000" b="1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T39 T40</a:t>
            </a:r>
            <a:endParaRPr sz="1000" b="1">
              <a:solidFill>
                <a:schemeClr val="tx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cxnSp>
        <p:nvCxnSpPr>
          <p:cNvPr id="69" name="直接箭头连接符 15"/>
          <p:cNvCxnSpPr>
            <a:stCxn id="15" idx="3"/>
            <a:endCxn id="6" idx="1"/>
          </p:cNvCxnSpPr>
          <p:nvPr/>
        </p:nvCxnSpPr>
        <p:spPr>
          <a:xfrm>
            <a:off x="1751965" y="1445895"/>
            <a:ext cx="914400" cy="18415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9" name="矩形 18"/>
          <p:cNvSpPr>
            <a:spLocks noGrp="1"/>
          </p:cNvSpPr>
          <p:nvPr/>
        </p:nvSpPr>
        <p:spPr>
          <a:xfrm>
            <a:off x="7872730" y="2166620"/>
            <a:ext cx="638175" cy="210185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1000" b="1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T41 T42</a:t>
            </a:r>
            <a:endParaRPr sz="1000" b="1">
              <a:solidFill>
                <a:schemeClr val="tx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cxnSp>
        <p:nvCxnSpPr>
          <p:cNvPr id="71" name="直接箭头连接符 19"/>
          <p:cNvCxnSpPr>
            <a:endCxn id="8" idx="3"/>
          </p:cNvCxnSpPr>
          <p:nvPr/>
        </p:nvCxnSpPr>
        <p:spPr>
          <a:xfrm flipH="1">
            <a:off x="6532245" y="2286635"/>
            <a:ext cx="1340485" cy="116205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1" name="矩形 20"/>
          <p:cNvSpPr>
            <a:spLocks noGrp="1"/>
          </p:cNvSpPr>
          <p:nvPr/>
        </p:nvSpPr>
        <p:spPr>
          <a:xfrm>
            <a:off x="7872730" y="1558290"/>
            <a:ext cx="638175" cy="210185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1000" b="1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T43 T44</a:t>
            </a:r>
            <a:endParaRPr sz="1000" b="1">
              <a:solidFill>
                <a:schemeClr val="tx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cxnSp>
        <p:nvCxnSpPr>
          <p:cNvPr id="73" name="直接箭头连接符 21"/>
          <p:cNvCxnSpPr/>
          <p:nvPr/>
        </p:nvCxnSpPr>
        <p:spPr>
          <a:xfrm flipH="1">
            <a:off x="6504305" y="1696085"/>
            <a:ext cx="1340485" cy="116205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46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01825" y="0"/>
            <a:ext cx="5720715" cy="6858000"/>
          </a:xfrm>
          <a:prstGeom prst="rect">
            <a:avLst/>
          </a:prstGeom>
        </p:spPr>
      </p:pic>
      <p:sp>
        <p:nvSpPr>
          <p:cNvPr id="6" name="矩形 5"/>
          <p:cNvSpPr>
            <a:spLocks noGrp="1"/>
          </p:cNvSpPr>
          <p:nvPr/>
        </p:nvSpPr>
        <p:spPr>
          <a:xfrm>
            <a:off x="3898265" y="3789045"/>
            <a:ext cx="294640" cy="231775"/>
          </a:xfrm>
          <a:prstGeom prst="rect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4614545" y="5300980"/>
            <a:ext cx="294640" cy="231775"/>
          </a:xfrm>
          <a:prstGeom prst="rect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1099820" y="3429000"/>
            <a:ext cx="638175" cy="210185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1000" b="1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T29 T30</a:t>
            </a:r>
            <a:endParaRPr sz="1000" b="1">
              <a:solidFill>
                <a:schemeClr val="tx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cxnSp>
        <p:nvCxnSpPr>
          <p:cNvPr id="50" name="直接箭头连接符 15"/>
          <p:cNvCxnSpPr>
            <a:stCxn id="15" idx="3"/>
            <a:endCxn id="6" idx="1"/>
          </p:cNvCxnSpPr>
          <p:nvPr/>
        </p:nvCxnSpPr>
        <p:spPr>
          <a:xfrm>
            <a:off x="1737995" y="3534410"/>
            <a:ext cx="2160270" cy="37084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9" name="矩形 18"/>
          <p:cNvSpPr>
            <a:spLocks noGrp="1"/>
          </p:cNvSpPr>
          <p:nvPr/>
        </p:nvSpPr>
        <p:spPr>
          <a:xfrm>
            <a:off x="7858760" y="4581525"/>
            <a:ext cx="638175" cy="210185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1000" b="1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T27 T28</a:t>
            </a:r>
            <a:endParaRPr sz="1000" b="1">
              <a:solidFill>
                <a:schemeClr val="tx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cxnSp>
        <p:nvCxnSpPr>
          <p:cNvPr id="52" name="直接箭头连接符 19"/>
          <p:cNvCxnSpPr>
            <a:stCxn id="19" idx="1"/>
            <a:endCxn id="8" idx="3"/>
          </p:cNvCxnSpPr>
          <p:nvPr/>
        </p:nvCxnSpPr>
        <p:spPr>
          <a:xfrm flipH="1">
            <a:off x="4909185" y="4686935"/>
            <a:ext cx="2949575" cy="73025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9" name="矩形 8"/>
          <p:cNvSpPr>
            <a:spLocks noGrp="1"/>
          </p:cNvSpPr>
          <p:nvPr/>
        </p:nvSpPr>
        <p:spPr>
          <a:xfrm>
            <a:off x="6235065" y="3501390"/>
            <a:ext cx="294640" cy="231775"/>
          </a:xfrm>
          <a:prstGeom prst="rect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7886700" y="3363595"/>
            <a:ext cx="638175" cy="210185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1000" b="1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T25 T26</a:t>
            </a:r>
            <a:endParaRPr sz="1000" b="1">
              <a:solidFill>
                <a:schemeClr val="tx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cxnSp>
        <p:nvCxnSpPr>
          <p:cNvPr id="55" name="直接箭头连接符 21"/>
          <p:cNvCxnSpPr/>
          <p:nvPr/>
        </p:nvCxnSpPr>
        <p:spPr>
          <a:xfrm flipH="1">
            <a:off x="6518275" y="3501390"/>
            <a:ext cx="1340485" cy="116205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07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01190" y="0"/>
            <a:ext cx="5720715" cy="6858000"/>
          </a:xfrm>
          <a:prstGeom prst="rect">
            <a:avLst/>
          </a:prstGeom>
        </p:spPr>
      </p:pic>
      <p:sp>
        <p:nvSpPr>
          <p:cNvPr id="6" name="矩形 5"/>
          <p:cNvSpPr>
            <a:spLocks noGrp="1"/>
          </p:cNvSpPr>
          <p:nvPr/>
        </p:nvSpPr>
        <p:spPr>
          <a:xfrm>
            <a:off x="3394075" y="4077335"/>
            <a:ext cx="294640" cy="231775"/>
          </a:xfrm>
          <a:prstGeom prst="rect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1233805" y="3789045"/>
            <a:ext cx="638175" cy="210185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1000" b="1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T61</a:t>
            </a:r>
            <a:endParaRPr sz="1000" b="1">
              <a:solidFill>
                <a:schemeClr val="tx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cxnSp>
        <p:nvCxnSpPr>
          <p:cNvPr id="110" name="直接箭头连接符 15"/>
          <p:cNvCxnSpPr>
            <a:stCxn id="15" idx="3"/>
            <a:endCxn id="6" idx="1"/>
          </p:cNvCxnSpPr>
          <p:nvPr/>
        </p:nvCxnSpPr>
        <p:spPr>
          <a:xfrm>
            <a:off x="1871980" y="3894455"/>
            <a:ext cx="1522095" cy="299085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" name="矩形 3"/>
          <p:cNvSpPr>
            <a:spLocks noGrp="1"/>
          </p:cNvSpPr>
          <p:nvPr/>
        </p:nvSpPr>
        <p:spPr>
          <a:xfrm>
            <a:off x="3394075" y="3756025"/>
            <a:ext cx="294640" cy="231775"/>
          </a:xfrm>
          <a:prstGeom prst="rect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233805" y="3467735"/>
            <a:ext cx="638175" cy="210185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1000" b="1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T62</a:t>
            </a:r>
            <a:endParaRPr sz="1000" b="1">
              <a:solidFill>
                <a:schemeClr val="tx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cxnSp>
        <p:nvCxnSpPr>
          <p:cNvPr id="113" name="直接箭头连接符 9"/>
          <p:cNvCxnSpPr>
            <a:stCxn id="7" idx="3"/>
            <a:endCxn id="4" idx="1"/>
          </p:cNvCxnSpPr>
          <p:nvPr/>
        </p:nvCxnSpPr>
        <p:spPr>
          <a:xfrm>
            <a:off x="1871980" y="3573145"/>
            <a:ext cx="1522095" cy="299085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1" name="矩形 10"/>
          <p:cNvSpPr>
            <a:spLocks noGrp="1"/>
          </p:cNvSpPr>
          <p:nvPr/>
        </p:nvSpPr>
        <p:spPr>
          <a:xfrm>
            <a:off x="3423285" y="1739900"/>
            <a:ext cx="294640" cy="231775"/>
          </a:xfrm>
          <a:prstGeom prst="rect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1263015" y="1451610"/>
            <a:ext cx="638175" cy="210185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1000" b="1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T63</a:t>
            </a:r>
            <a:endParaRPr sz="1000" b="1">
              <a:solidFill>
                <a:schemeClr val="tx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cxnSp>
        <p:nvCxnSpPr>
          <p:cNvPr id="116" name="直接箭头连接符 12"/>
          <p:cNvCxnSpPr>
            <a:stCxn id="12" idx="3"/>
            <a:endCxn id="11" idx="1"/>
          </p:cNvCxnSpPr>
          <p:nvPr/>
        </p:nvCxnSpPr>
        <p:spPr>
          <a:xfrm>
            <a:off x="1901190" y="1557020"/>
            <a:ext cx="1522095" cy="299085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4" name="矩形 13"/>
          <p:cNvSpPr>
            <a:spLocks noGrp="1"/>
          </p:cNvSpPr>
          <p:nvPr/>
        </p:nvSpPr>
        <p:spPr>
          <a:xfrm>
            <a:off x="3423285" y="1440815"/>
            <a:ext cx="294640" cy="231775"/>
          </a:xfrm>
          <a:prstGeom prst="rect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1263015" y="1152525"/>
            <a:ext cx="638175" cy="210185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1000" b="1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T64</a:t>
            </a:r>
            <a:endParaRPr sz="1000" b="1">
              <a:solidFill>
                <a:schemeClr val="tx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cxnSp>
        <p:nvCxnSpPr>
          <p:cNvPr id="119" name="直接箭头连接符 17"/>
          <p:cNvCxnSpPr>
            <a:stCxn id="17" idx="3"/>
            <a:endCxn id="14" idx="1"/>
          </p:cNvCxnSpPr>
          <p:nvPr/>
        </p:nvCxnSpPr>
        <p:spPr>
          <a:xfrm>
            <a:off x="1901190" y="1257935"/>
            <a:ext cx="1522095" cy="299085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4" name="矩形 23"/>
          <p:cNvSpPr>
            <a:spLocks noGrp="1"/>
          </p:cNvSpPr>
          <p:nvPr/>
        </p:nvSpPr>
        <p:spPr>
          <a:xfrm>
            <a:off x="5204460" y="2747645"/>
            <a:ext cx="294640" cy="231775"/>
          </a:xfrm>
          <a:prstGeom prst="rect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7426325" y="1772920"/>
            <a:ext cx="638175" cy="210185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1000" b="1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T65 </a:t>
            </a:r>
            <a:endParaRPr sz="1000" b="1">
              <a:solidFill>
                <a:schemeClr val="tx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cxnSp>
        <p:nvCxnSpPr>
          <p:cNvPr id="122" name="直接箭头连接符 25"/>
          <p:cNvCxnSpPr>
            <a:stCxn id="25" idx="1"/>
            <a:endCxn id="24" idx="3"/>
          </p:cNvCxnSpPr>
          <p:nvPr/>
        </p:nvCxnSpPr>
        <p:spPr>
          <a:xfrm flipH="1">
            <a:off x="5499100" y="1878330"/>
            <a:ext cx="1927225" cy="98552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7" name="矩形 26"/>
          <p:cNvSpPr>
            <a:spLocks noGrp="1"/>
          </p:cNvSpPr>
          <p:nvPr/>
        </p:nvSpPr>
        <p:spPr>
          <a:xfrm>
            <a:off x="5708650" y="2769870"/>
            <a:ext cx="294640" cy="231775"/>
          </a:xfrm>
          <a:prstGeom prst="rect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7426325" y="2260600"/>
            <a:ext cx="638175" cy="210185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1000" b="1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T66</a:t>
            </a:r>
            <a:endParaRPr sz="1000" b="1">
              <a:solidFill>
                <a:schemeClr val="tx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cxnSp>
        <p:nvCxnSpPr>
          <p:cNvPr id="125" name="直接箭头连接符 28"/>
          <p:cNvCxnSpPr>
            <a:stCxn id="28" idx="1"/>
          </p:cNvCxnSpPr>
          <p:nvPr/>
        </p:nvCxnSpPr>
        <p:spPr>
          <a:xfrm flipH="1">
            <a:off x="5986145" y="2366010"/>
            <a:ext cx="1440180" cy="487045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0" name="矩形 29"/>
          <p:cNvSpPr>
            <a:spLocks noGrp="1"/>
          </p:cNvSpPr>
          <p:nvPr/>
        </p:nvSpPr>
        <p:spPr>
          <a:xfrm>
            <a:off x="5204460" y="5140325"/>
            <a:ext cx="294640" cy="231775"/>
          </a:xfrm>
          <a:prstGeom prst="rect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7426325" y="4165600"/>
            <a:ext cx="638175" cy="210185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1000" b="1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T67</a:t>
            </a:r>
            <a:endParaRPr sz="1000" b="1">
              <a:solidFill>
                <a:schemeClr val="tx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cxnSp>
        <p:nvCxnSpPr>
          <p:cNvPr id="128" name="直接箭头连接符 31"/>
          <p:cNvCxnSpPr>
            <a:stCxn id="31" idx="1"/>
            <a:endCxn id="30" idx="3"/>
          </p:cNvCxnSpPr>
          <p:nvPr/>
        </p:nvCxnSpPr>
        <p:spPr>
          <a:xfrm flipH="1">
            <a:off x="5499100" y="4271010"/>
            <a:ext cx="1927225" cy="98552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3" name="矩形 32"/>
          <p:cNvSpPr>
            <a:spLocks noGrp="1"/>
          </p:cNvSpPr>
          <p:nvPr/>
        </p:nvSpPr>
        <p:spPr>
          <a:xfrm>
            <a:off x="5708650" y="5162550"/>
            <a:ext cx="294640" cy="231775"/>
          </a:xfrm>
          <a:prstGeom prst="rect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7426325" y="4653280"/>
            <a:ext cx="638175" cy="210185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1000" b="1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T68</a:t>
            </a:r>
            <a:endParaRPr sz="1000" b="1">
              <a:solidFill>
                <a:schemeClr val="tx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cxnSp>
        <p:nvCxnSpPr>
          <p:cNvPr id="131" name="直接箭头连接符 34"/>
          <p:cNvCxnSpPr>
            <a:stCxn id="34" idx="1"/>
          </p:cNvCxnSpPr>
          <p:nvPr/>
        </p:nvCxnSpPr>
        <p:spPr>
          <a:xfrm flipH="1">
            <a:off x="5986145" y="4758690"/>
            <a:ext cx="1440180" cy="487045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6" name="矩形 35"/>
          <p:cNvSpPr>
            <a:spLocks noGrp="1"/>
          </p:cNvSpPr>
          <p:nvPr/>
        </p:nvSpPr>
        <p:spPr>
          <a:xfrm>
            <a:off x="3423285" y="2759075"/>
            <a:ext cx="294640" cy="231775"/>
          </a:xfrm>
          <a:prstGeom prst="rect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1263015" y="2470785"/>
            <a:ext cx="638175" cy="210185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1000" b="1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T69</a:t>
            </a:r>
            <a:endParaRPr sz="1000" b="1">
              <a:solidFill>
                <a:schemeClr val="tx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cxnSp>
        <p:nvCxnSpPr>
          <p:cNvPr id="134" name="直接箭头连接符 37"/>
          <p:cNvCxnSpPr>
            <a:stCxn id="37" idx="3"/>
            <a:endCxn id="36" idx="1"/>
          </p:cNvCxnSpPr>
          <p:nvPr/>
        </p:nvCxnSpPr>
        <p:spPr>
          <a:xfrm>
            <a:off x="1901190" y="2576195"/>
            <a:ext cx="1522095" cy="299085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9" name="矩形 38"/>
          <p:cNvSpPr>
            <a:spLocks noGrp="1"/>
          </p:cNvSpPr>
          <p:nvPr/>
        </p:nvSpPr>
        <p:spPr>
          <a:xfrm>
            <a:off x="4330065" y="1412875"/>
            <a:ext cx="294640" cy="231775"/>
          </a:xfrm>
          <a:prstGeom prst="rect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40" name="矩形 39"/>
          <p:cNvSpPr>
            <a:spLocks noGrp="1"/>
          </p:cNvSpPr>
          <p:nvPr/>
        </p:nvSpPr>
        <p:spPr>
          <a:xfrm>
            <a:off x="1263015" y="670560"/>
            <a:ext cx="638175" cy="210185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1000" b="1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T70</a:t>
            </a:r>
            <a:endParaRPr sz="1000" b="1">
              <a:solidFill>
                <a:schemeClr val="tx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cxnSp>
        <p:nvCxnSpPr>
          <p:cNvPr id="137" name="直接箭头连接符 40"/>
          <p:cNvCxnSpPr>
            <a:stCxn id="40" idx="3"/>
            <a:endCxn id="39" idx="1"/>
          </p:cNvCxnSpPr>
          <p:nvPr/>
        </p:nvCxnSpPr>
        <p:spPr>
          <a:xfrm>
            <a:off x="1901190" y="775970"/>
            <a:ext cx="2428875" cy="75311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40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01825" y="0"/>
            <a:ext cx="5720715" cy="6858000"/>
          </a:xfrm>
          <a:prstGeom prst="rect">
            <a:avLst/>
          </a:prstGeom>
        </p:spPr>
      </p:pic>
      <p:sp>
        <p:nvSpPr>
          <p:cNvPr id="6" name="矩形 5"/>
          <p:cNvSpPr>
            <a:spLocks noGrp="1"/>
          </p:cNvSpPr>
          <p:nvPr/>
        </p:nvSpPr>
        <p:spPr>
          <a:xfrm>
            <a:off x="3466465" y="4728210"/>
            <a:ext cx="294640" cy="231775"/>
          </a:xfrm>
          <a:prstGeom prst="rect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1027430" y="4319270"/>
            <a:ext cx="638175" cy="210185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1000" b="1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T72</a:t>
            </a:r>
            <a:endParaRPr sz="1000" b="1">
              <a:solidFill>
                <a:schemeClr val="tx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cxnSp>
        <p:nvCxnSpPr>
          <p:cNvPr id="43" name="直接箭头连接符 15"/>
          <p:cNvCxnSpPr>
            <a:stCxn id="15" idx="3"/>
          </p:cNvCxnSpPr>
          <p:nvPr/>
        </p:nvCxnSpPr>
        <p:spPr>
          <a:xfrm>
            <a:off x="1665605" y="4424680"/>
            <a:ext cx="1800860" cy="419735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9" name="矩形 8"/>
          <p:cNvSpPr>
            <a:spLocks noGrp="1"/>
          </p:cNvSpPr>
          <p:nvPr/>
        </p:nvSpPr>
        <p:spPr>
          <a:xfrm>
            <a:off x="6418580" y="4077335"/>
            <a:ext cx="294640" cy="231775"/>
          </a:xfrm>
          <a:prstGeom prst="rect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7714615" y="3501390"/>
            <a:ext cx="638175" cy="210185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1000" b="1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T71</a:t>
            </a:r>
            <a:endParaRPr sz="1000" b="1">
              <a:solidFill>
                <a:schemeClr val="tx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cxnSp>
        <p:nvCxnSpPr>
          <p:cNvPr id="46" name="直接箭头连接符 21"/>
          <p:cNvCxnSpPr>
            <a:stCxn id="21" idx="1"/>
          </p:cNvCxnSpPr>
          <p:nvPr/>
        </p:nvCxnSpPr>
        <p:spPr>
          <a:xfrm flipH="1">
            <a:off x="6701790" y="3606800"/>
            <a:ext cx="1012825" cy="58674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89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65655" y="0"/>
            <a:ext cx="5393690" cy="6858000"/>
          </a:xfrm>
          <a:prstGeom prst="rect">
            <a:avLst/>
          </a:prstGeom>
        </p:spPr>
      </p:pic>
      <p:sp>
        <p:nvSpPr>
          <p:cNvPr id="4" name="直接连接符 3"/>
          <p:cNvSpPr>
            <a:spLocks noGrp="1"/>
          </p:cNvSpPr>
          <p:nvPr/>
        </p:nvSpPr>
        <p:spPr>
          <a:xfrm>
            <a:off x="2313940" y="548640"/>
            <a:ext cx="4946015" cy="0"/>
          </a:xfrm>
          <a:prstGeom prst="line">
            <a:avLst/>
          </a:prstGeom>
          <a:ln w="25400">
            <a:solidFill>
              <a:srgbClr val="FF0000"/>
            </a:solidFill>
            <a:prstDash val="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7" name="直接连接符 6"/>
          <p:cNvSpPr>
            <a:spLocks noGrp="1"/>
          </p:cNvSpPr>
          <p:nvPr/>
        </p:nvSpPr>
        <p:spPr>
          <a:xfrm flipV="1">
            <a:off x="7066280" y="188595"/>
            <a:ext cx="16510" cy="6266180"/>
          </a:xfrm>
          <a:prstGeom prst="line">
            <a:avLst/>
          </a:prstGeom>
          <a:ln w="25400">
            <a:solidFill>
              <a:srgbClr val="FF0000"/>
            </a:solidFill>
            <a:prstDash val="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8" name="文本框 7"/>
          <p:cNvSpPr>
            <a:spLocks noGrp="1"/>
          </p:cNvSpPr>
          <p:nvPr/>
        </p:nvSpPr>
        <p:spPr>
          <a:xfrm>
            <a:off x="7138670" y="116840"/>
            <a:ext cx="1508760" cy="275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FF0000"/>
                </a:solidFill>
              </a:rPr>
              <a:t>SPU</a:t>
            </a:r>
            <a:r>
              <a:rPr sz="1200" b="1">
                <a:solidFill>
                  <a:srgbClr val="FF0000"/>
                </a:solidFill>
              </a:rPr>
              <a:t>右侧板边</a:t>
            </a:r>
            <a:r>
              <a:rPr sz="1200" b="1">
                <a:solidFill>
                  <a:srgbClr val="FF0000"/>
                </a:solidFill>
              </a:rPr>
              <a:t>侧</a:t>
            </a:r>
            <a:endParaRPr sz="1200" b="1">
              <a:solidFill>
                <a:srgbClr val="FF0000"/>
              </a:solidFill>
            </a:endParaRPr>
          </a:p>
        </p:txBody>
      </p:sp>
      <p:sp>
        <p:nvSpPr>
          <p:cNvPr id="10" name="文本框 9"/>
          <p:cNvSpPr>
            <a:spLocks noGrp="1"/>
          </p:cNvSpPr>
          <p:nvPr/>
        </p:nvSpPr>
        <p:spPr>
          <a:xfrm>
            <a:off x="7210425" y="621030"/>
            <a:ext cx="1508760" cy="275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FF0000"/>
                </a:solidFill>
              </a:rPr>
              <a:t>SPU</a:t>
            </a:r>
            <a:r>
              <a:rPr sz="1200" b="1">
                <a:solidFill>
                  <a:srgbClr val="FF0000"/>
                </a:solidFill>
              </a:rPr>
              <a:t>后盖板边</a:t>
            </a:r>
            <a:r>
              <a:rPr sz="1200" b="1">
                <a:solidFill>
                  <a:srgbClr val="FF0000"/>
                </a:solidFill>
              </a:rPr>
              <a:t>侧</a:t>
            </a:r>
            <a:endParaRPr sz="1200" b="1">
              <a:solidFill>
                <a:srgbClr val="FF0000"/>
              </a:solidFill>
            </a:endParaRPr>
          </a:p>
        </p:txBody>
      </p:sp>
      <p:sp>
        <p:nvSpPr>
          <p:cNvPr id="11" name="直接连接符 10"/>
          <p:cNvSpPr>
            <a:spLocks noGrp="1"/>
          </p:cNvSpPr>
          <p:nvPr/>
        </p:nvSpPr>
        <p:spPr>
          <a:xfrm flipV="1">
            <a:off x="5953760" y="187960"/>
            <a:ext cx="16510" cy="6266180"/>
          </a:xfrm>
          <a:prstGeom prst="line">
            <a:avLst/>
          </a:prstGeom>
          <a:ln w="25400">
            <a:solidFill>
              <a:srgbClr val="FF0000"/>
            </a:solidFill>
            <a:prstDash val="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sp>
      <p:cxnSp>
        <p:nvCxnSpPr>
          <p:cNvPr id="95" name="直接箭头连接符 11"/>
          <p:cNvCxnSpPr/>
          <p:nvPr/>
        </p:nvCxnSpPr>
        <p:spPr>
          <a:xfrm>
            <a:off x="5975985" y="5713095"/>
            <a:ext cx="1047750" cy="0"/>
          </a:xfrm>
          <a:prstGeom prst="straightConnector1">
            <a:avLst/>
          </a:prstGeom>
          <a:ln w="25400">
            <a:solidFill>
              <a:srgbClr val="FF0000"/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3" name="文本框 12"/>
          <p:cNvSpPr>
            <a:spLocks noGrp="1"/>
          </p:cNvSpPr>
          <p:nvPr/>
        </p:nvSpPr>
        <p:spPr>
          <a:xfrm>
            <a:off x="5803900" y="5420995"/>
            <a:ext cx="1508760" cy="275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sz="1200" b="1">
                <a:solidFill>
                  <a:srgbClr val="FF0000"/>
                </a:solidFill>
              </a:rPr>
              <a:t>107.3mm</a:t>
            </a:r>
            <a:endParaRPr sz="1200" b="1">
              <a:solidFill>
                <a:srgbClr val="FF0000"/>
              </a:solidFill>
            </a:endParaRPr>
          </a:p>
        </p:txBody>
      </p:sp>
      <p:sp>
        <p:nvSpPr>
          <p:cNvPr id="17" name="直接连接符 16"/>
          <p:cNvSpPr>
            <a:spLocks noGrp="1"/>
          </p:cNvSpPr>
          <p:nvPr/>
        </p:nvSpPr>
        <p:spPr>
          <a:xfrm flipV="1">
            <a:off x="5874385" y="189230"/>
            <a:ext cx="16510" cy="6266180"/>
          </a:xfrm>
          <a:prstGeom prst="line">
            <a:avLst/>
          </a:prstGeom>
          <a:ln w="25400">
            <a:solidFill>
              <a:srgbClr val="FF0000"/>
            </a:solidFill>
            <a:prstDash val="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18" name="直接连接符 17"/>
          <p:cNvSpPr>
            <a:spLocks noGrp="1"/>
          </p:cNvSpPr>
          <p:nvPr/>
        </p:nvSpPr>
        <p:spPr>
          <a:xfrm flipV="1">
            <a:off x="6033135" y="189230"/>
            <a:ext cx="16510" cy="6266180"/>
          </a:xfrm>
          <a:prstGeom prst="line">
            <a:avLst/>
          </a:prstGeom>
          <a:ln w="25400">
            <a:solidFill>
              <a:srgbClr val="FF0000"/>
            </a:solidFill>
            <a:prstDash val="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sp>
      <p:cxnSp>
        <p:nvCxnSpPr>
          <p:cNvPr id="99" name="直接箭头连接符 23"/>
          <p:cNvCxnSpPr/>
          <p:nvPr/>
        </p:nvCxnSpPr>
        <p:spPr>
          <a:xfrm>
            <a:off x="6063615" y="6093460"/>
            <a:ext cx="989330" cy="0"/>
          </a:xfrm>
          <a:prstGeom prst="straightConnector1">
            <a:avLst/>
          </a:prstGeom>
          <a:ln w="25400">
            <a:solidFill>
              <a:srgbClr val="FF0000"/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0" name="直接箭头连接符 24"/>
          <p:cNvCxnSpPr/>
          <p:nvPr/>
        </p:nvCxnSpPr>
        <p:spPr>
          <a:xfrm>
            <a:off x="5890895" y="6381115"/>
            <a:ext cx="1148715" cy="0"/>
          </a:xfrm>
          <a:prstGeom prst="straightConnector1">
            <a:avLst/>
          </a:prstGeom>
          <a:ln w="25400">
            <a:solidFill>
              <a:srgbClr val="FF0000"/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6" name="文本框 25"/>
          <p:cNvSpPr>
            <a:spLocks noGrp="1"/>
          </p:cNvSpPr>
          <p:nvPr/>
        </p:nvSpPr>
        <p:spPr>
          <a:xfrm>
            <a:off x="5874385" y="5805170"/>
            <a:ext cx="1508760" cy="275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sz="1200" b="1">
                <a:solidFill>
                  <a:srgbClr val="FF0000"/>
                </a:solidFill>
              </a:rPr>
              <a:t>99.3mm</a:t>
            </a:r>
            <a:endParaRPr sz="1200" b="1">
              <a:solidFill>
                <a:srgbClr val="FF0000"/>
              </a:solidFill>
            </a:endParaRPr>
          </a:p>
        </p:txBody>
      </p:sp>
      <p:sp>
        <p:nvSpPr>
          <p:cNvPr id="27" name="文本框 26"/>
          <p:cNvSpPr>
            <a:spLocks noGrp="1"/>
          </p:cNvSpPr>
          <p:nvPr/>
        </p:nvSpPr>
        <p:spPr>
          <a:xfrm>
            <a:off x="5770245" y="6093460"/>
            <a:ext cx="1508760" cy="275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sz="1200" b="1">
                <a:solidFill>
                  <a:srgbClr val="FF0000"/>
                </a:solidFill>
              </a:rPr>
              <a:t>115.3mm</a:t>
            </a:r>
            <a:endParaRPr sz="1200" b="1">
              <a:solidFill>
                <a:srgbClr val="FF0000"/>
              </a:solidFill>
            </a:endParaRPr>
          </a:p>
        </p:txBody>
      </p:sp>
      <p:sp>
        <p:nvSpPr>
          <p:cNvPr id="28" name="直接连接符 27"/>
          <p:cNvSpPr>
            <a:spLocks noGrp="1"/>
          </p:cNvSpPr>
          <p:nvPr/>
        </p:nvSpPr>
        <p:spPr>
          <a:xfrm>
            <a:off x="5375910" y="4725035"/>
            <a:ext cx="1550670" cy="0"/>
          </a:xfrm>
          <a:prstGeom prst="line">
            <a:avLst/>
          </a:prstGeom>
          <a:ln w="25400">
            <a:solidFill>
              <a:srgbClr val="FF0000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29" name="直接连接符 28"/>
          <p:cNvSpPr>
            <a:spLocks noGrp="1"/>
          </p:cNvSpPr>
          <p:nvPr/>
        </p:nvSpPr>
        <p:spPr>
          <a:xfrm>
            <a:off x="5375910" y="4110990"/>
            <a:ext cx="1550670" cy="0"/>
          </a:xfrm>
          <a:prstGeom prst="line">
            <a:avLst/>
          </a:prstGeom>
          <a:ln w="25400">
            <a:solidFill>
              <a:srgbClr val="FF0000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30" name="直接连接符 29"/>
          <p:cNvSpPr>
            <a:spLocks noGrp="1"/>
          </p:cNvSpPr>
          <p:nvPr/>
        </p:nvSpPr>
        <p:spPr>
          <a:xfrm>
            <a:off x="5375910" y="3500755"/>
            <a:ext cx="1550670" cy="0"/>
          </a:xfrm>
          <a:prstGeom prst="line">
            <a:avLst/>
          </a:prstGeom>
          <a:ln w="25400">
            <a:solidFill>
              <a:srgbClr val="FF0000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33" name="文本框 32"/>
          <p:cNvSpPr>
            <a:spLocks noGrp="1"/>
          </p:cNvSpPr>
          <p:nvPr/>
        </p:nvSpPr>
        <p:spPr>
          <a:xfrm>
            <a:off x="7504430" y="3284855"/>
            <a:ext cx="1318895" cy="27559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1200" b="1">
                <a:solidFill>
                  <a:srgbClr val="FF0000"/>
                </a:solidFill>
              </a:rPr>
              <a:t>距后</a:t>
            </a:r>
            <a:r>
              <a:rPr sz="1200" b="1">
                <a:solidFill>
                  <a:srgbClr val="FF0000"/>
                </a:solidFill>
              </a:rPr>
              <a:t>288.7</a:t>
            </a:r>
            <a:r>
              <a:rPr sz="1200" b="1">
                <a:solidFill>
                  <a:srgbClr val="FF0000"/>
                </a:solidFill>
              </a:rPr>
              <a:t>mm</a:t>
            </a:r>
            <a:endParaRPr sz="1200" b="1">
              <a:solidFill>
                <a:srgbClr val="FF0000"/>
              </a:solidFill>
            </a:endParaRPr>
          </a:p>
        </p:txBody>
      </p:sp>
      <p:sp>
        <p:nvSpPr>
          <p:cNvPr id="34" name="文本框 33"/>
          <p:cNvSpPr>
            <a:spLocks noGrp="1"/>
          </p:cNvSpPr>
          <p:nvPr/>
        </p:nvSpPr>
        <p:spPr>
          <a:xfrm>
            <a:off x="7504430" y="3896995"/>
            <a:ext cx="1318895" cy="27559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1200" b="1">
                <a:solidFill>
                  <a:srgbClr val="FF0000"/>
                </a:solidFill>
              </a:rPr>
              <a:t>距后</a:t>
            </a:r>
            <a:r>
              <a:rPr sz="1200" b="1">
                <a:solidFill>
                  <a:srgbClr val="FF0000"/>
                </a:solidFill>
              </a:rPr>
              <a:t>348.7</a:t>
            </a:r>
            <a:r>
              <a:rPr sz="1200" b="1">
                <a:solidFill>
                  <a:srgbClr val="FF0000"/>
                </a:solidFill>
              </a:rPr>
              <a:t>mm</a:t>
            </a:r>
            <a:endParaRPr sz="1200" b="1">
              <a:solidFill>
                <a:srgbClr val="FF0000"/>
              </a:solidFill>
            </a:endParaRPr>
          </a:p>
        </p:txBody>
      </p:sp>
      <p:sp>
        <p:nvSpPr>
          <p:cNvPr id="36" name="文本框 35"/>
          <p:cNvSpPr>
            <a:spLocks noGrp="1"/>
          </p:cNvSpPr>
          <p:nvPr/>
        </p:nvSpPr>
        <p:spPr>
          <a:xfrm>
            <a:off x="7504430" y="4509135"/>
            <a:ext cx="1318895" cy="27559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1200" b="1">
                <a:solidFill>
                  <a:srgbClr val="FF0000"/>
                </a:solidFill>
              </a:rPr>
              <a:t>距后</a:t>
            </a:r>
            <a:r>
              <a:rPr sz="1200" b="1">
                <a:solidFill>
                  <a:srgbClr val="FF0000"/>
                </a:solidFill>
              </a:rPr>
              <a:t>408.7</a:t>
            </a:r>
            <a:r>
              <a:rPr sz="1200" b="1">
                <a:solidFill>
                  <a:srgbClr val="FF0000"/>
                </a:solidFill>
              </a:rPr>
              <a:t>mm</a:t>
            </a:r>
            <a:endParaRPr sz="1200" b="1">
              <a:solidFill>
                <a:srgbClr val="FF0000"/>
              </a:solidFill>
            </a:endParaRPr>
          </a:p>
        </p:txBody>
      </p:sp>
      <p:cxnSp>
        <p:nvCxnSpPr>
          <p:cNvPr id="109" name="直接箭头连接符 36"/>
          <p:cNvCxnSpPr/>
          <p:nvPr/>
        </p:nvCxnSpPr>
        <p:spPr>
          <a:xfrm flipH="1">
            <a:off x="6851015" y="3418205"/>
            <a:ext cx="653415" cy="83185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10" name="直接箭头连接符 37"/>
          <p:cNvCxnSpPr/>
          <p:nvPr/>
        </p:nvCxnSpPr>
        <p:spPr>
          <a:xfrm flipH="1">
            <a:off x="6851015" y="4027805"/>
            <a:ext cx="653415" cy="83185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11" name="直接箭头连接符 38"/>
          <p:cNvCxnSpPr/>
          <p:nvPr/>
        </p:nvCxnSpPr>
        <p:spPr>
          <a:xfrm flipH="1">
            <a:off x="6851015" y="4653280"/>
            <a:ext cx="653415" cy="83185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4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65655" y="0"/>
            <a:ext cx="5393690" cy="6858000"/>
          </a:xfrm>
          <a:prstGeom prst="rect">
            <a:avLst/>
          </a:prstGeom>
        </p:spPr>
      </p:pic>
      <p:sp>
        <p:nvSpPr>
          <p:cNvPr id="4" name="直接连接符 3"/>
          <p:cNvSpPr>
            <a:spLocks noGrp="1"/>
          </p:cNvSpPr>
          <p:nvPr/>
        </p:nvSpPr>
        <p:spPr>
          <a:xfrm>
            <a:off x="1489075" y="548640"/>
            <a:ext cx="6570980" cy="0"/>
          </a:xfrm>
          <a:prstGeom prst="line">
            <a:avLst/>
          </a:prstGeom>
          <a:ln w="25400">
            <a:solidFill>
              <a:srgbClr val="FF0000"/>
            </a:solidFill>
            <a:prstDash val="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7" name="直接连接符 6"/>
          <p:cNvSpPr>
            <a:spLocks noGrp="1"/>
          </p:cNvSpPr>
          <p:nvPr/>
        </p:nvSpPr>
        <p:spPr>
          <a:xfrm flipV="1">
            <a:off x="7066280" y="188595"/>
            <a:ext cx="16510" cy="6266180"/>
          </a:xfrm>
          <a:prstGeom prst="line">
            <a:avLst/>
          </a:prstGeom>
          <a:ln w="25400">
            <a:solidFill>
              <a:srgbClr val="FF0000"/>
            </a:solidFill>
            <a:prstDash val="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8" name="文本框 7"/>
          <p:cNvSpPr>
            <a:spLocks noGrp="1"/>
          </p:cNvSpPr>
          <p:nvPr/>
        </p:nvSpPr>
        <p:spPr>
          <a:xfrm>
            <a:off x="7138670" y="116840"/>
            <a:ext cx="1508760" cy="275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FF0000"/>
                </a:solidFill>
              </a:rPr>
              <a:t>SPU</a:t>
            </a:r>
            <a:r>
              <a:rPr sz="1200" b="1">
                <a:solidFill>
                  <a:srgbClr val="FF0000"/>
                </a:solidFill>
              </a:rPr>
              <a:t>右侧板边</a:t>
            </a:r>
            <a:r>
              <a:rPr sz="1200" b="1">
                <a:solidFill>
                  <a:srgbClr val="FF0000"/>
                </a:solidFill>
              </a:rPr>
              <a:t>侧</a:t>
            </a:r>
            <a:endParaRPr sz="1200" b="1">
              <a:solidFill>
                <a:srgbClr val="FF0000"/>
              </a:solidFill>
            </a:endParaRPr>
          </a:p>
        </p:txBody>
      </p:sp>
      <p:sp>
        <p:nvSpPr>
          <p:cNvPr id="10" name="文本框 9"/>
          <p:cNvSpPr>
            <a:spLocks noGrp="1"/>
          </p:cNvSpPr>
          <p:nvPr/>
        </p:nvSpPr>
        <p:spPr>
          <a:xfrm>
            <a:off x="7210425" y="621030"/>
            <a:ext cx="1508760" cy="275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FF0000"/>
                </a:solidFill>
              </a:rPr>
              <a:t>SPU</a:t>
            </a:r>
            <a:r>
              <a:rPr sz="1200" b="1">
                <a:solidFill>
                  <a:srgbClr val="FF0000"/>
                </a:solidFill>
              </a:rPr>
              <a:t>后盖板边</a:t>
            </a:r>
            <a:r>
              <a:rPr sz="1200" b="1">
                <a:solidFill>
                  <a:srgbClr val="FF0000"/>
                </a:solidFill>
              </a:rPr>
              <a:t>侧</a:t>
            </a:r>
            <a:endParaRPr sz="1200" b="1">
              <a:solidFill>
                <a:srgbClr val="FF0000"/>
              </a:solidFill>
            </a:endParaRPr>
          </a:p>
        </p:txBody>
      </p:sp>
      <p:sp>
        <p:nvSpPr>
          <p:cNvPr id="11" name="直接连接符 10"/>
          <p:cNvSpPr>
            <a:spLocks noGrp="1"/>
          </p:cNvSpPr>
          <p:nvPr/>
        </p:nvSpPr>
        <p:spPr>
          <a:xfrm flipV="1">
            <a:off x="5953760" y="187960"/>
            <a:ext cx="16510" cy="6266180"/>
          </a:xfrm>
          <a:prstGeom prst="line">
            <a:avLst/>
          </a:prstGeom>
          <a:ln w="25400">
            <a:solidFill>
              <a:srgbClr val="FF0000"/>
            </a:solidFill>
            <a:prstDash val="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sp>
      <p:cxnSp>
        <p:nvCxnSpPr>
          <p:cNvPr id="40" name="直接箭头连接符 11"/>
          <p:cNvCxnSpPr/>
          <p:nvPr/>
        </p:nvCxnSpPr>
        <p:spPr>
          <a:xfrm>
            <a:off x="5975985" y="5713095"/>
            <a:ext cx="1047750" cy="0"/>
          </a:xfrm>
          <a:prstGeom prst="straightConnector1">
            <a:avLst/>
          </a:prstGeom>
          <a:ln w="25400">
            <a:solidFill>
              <a:srgbClr val="FF0000"/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3" name="文本框 12"/>
          <p:cNvSpPr>
            <a:spLocks noGrp="1"/>
          </p:cNvSpPr>
          <p:nvPr/>
        </p:nvSpPr>
        <p:spPr>
          <a:xfrm>
            <a:off x="5728970" y="5445125"/>
            <a:ext cx="1508760" cy="275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sz="1200" b="1">
                <a:solidFill>
                  <a:srgbClr val="FF0000"/>
                </a:solidFill>
              </a:rPr>
              <a:t>107.3mm</a:t>
            </a:r>
            <a:endParaRPr sz="1200" b="1">
              <a:solidFill>
                <a:srgbClr val="FF0000"/>
              </a:solidFill>
            </a:endParaRPr>
          </a:p>
        </p:txBody>
      </p:sp>
      <p:pic>
        <p:nvPicPr>
          <p:cNvPr id="42" name="图片 13"/>
          <p:cNvPicPr>
            <a:picLocks noChangeAspect="1"/>
          </p:cNvPicPr>
          <p:nvPr/>
        </p:nvPicPr>
        <p:blipFill>
          <a:blip r:embed="rId2">
            <a:alphaModFix amt="77000"/>
          </a:blip>
          <a:stretch>
            <a:fillRect/>
          </a:stretch>
        </p:blipFill>
        <p:spPr>
          <a:xfrm>
            <a:off x="1954530" y="-9525"/>
            <a:ext cx="9153525" cy="751649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9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235710"/>
            <a:ext cx="9525000" cy="4386580"/>
          </a:xfrm>
          <a:prstGeom prst="rect">
            <a:avLst/>
          </a:prstGeom>
        </p:spPr>
      </p:pic>
      <p:sp>
        <p:nvSpPr>
          <p:cNvPr id="4" name="直接连接符 3"/>
          <p:cNvSpPr>
            <a:spLocks noGrp="1"/>
          </p:cNvSpPr>
          <p:nvPr/>
        </p:nvSpPr>
        <p:spPr>
          <a:xfrm>
            <a:off x="2303780" y="1772920"/>
            <a:ext cx="6900545" cy="0"/>
          </a:xfrm>
          <a:prstGeom prst="line">
            <a:avLst/>
          </a:prstGeom>
          <a:ln w="25400">
            <a:solidFill>
              <a:srgbClr val="FF0000"/>
            </a:solidFill>
            <a:prstDash val="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3" name="直接连接符 2"/>
          <p:cNvSpPr>
            <a:spLocks noGrp="1"/>
          </p:cNvSpPr>
          <p:nvPr/>
        </p:nvSpPr>
        <p:spPr>
          <a:xfrm>
            <a:off x="2324100" y="3717290"/>
            <a:ext cx="6952615" cy="0"/>
          </a:xfrm>
          <a:prstGeom prst="line">
            <a:avLst/>
          </a:prstGeom>
          <a:ln w="25400">
            <a:solidFill>
              <a:srgbClr val="FF0000"/>
            </a:solidFill>
            <a:prstDash val="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5" name="文本框 4"/>
          <p:cNvSpPr>
            <a:spLocks noGrp="1"/>
          </p:cNvSpPr>
          <p:nvPr/>
        </p:nvSpPr>
        <p:spPr>
          <a:xfrm>
            <a:off x="7426960" y="1412875"/>
            <a:ext cx="1720215" cy="2755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buClrTx/>
              <a:buSzTx/>
              <a:buFontTx/>
              <a:buNone/>
            </a:pPr>
            <a:r>
              <a:rPr sz="1200" b="1">
                <a:solidFill>
                  <a:srgbClr val="FF0000"/>
                </a:solidFill>
              </a:rPr>
              <a:t>SPU 背部顶板外侧</a:t>
            </a:r>
            <a:endParaRPr sz="1200" b="1">
              <a:solidFill>
                <a:srgbClr val="FF0000"/>
              </a:solidFill>
            </a:endParaRPr>
          </a:p>
        </p:txBody>
      </p:sp>
      <p:sp>
        <p:nvSpPr>
          <p:cNvPr id="13" name="文本框 12"/>
          <p:cNvSpPr>
            <a:spLocks noGrp="1"/>
          </p:cNvSpPr>
          <p:nvPr/>
        </p:nvSpPr>
        <p:spPr>
          <a:xfrm>
            <a:off x="7282815" y="1857375"/>
            <a:ext cx="1508760" cy="275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sz="1200" b="1">
                <a:solidFill>
                  <a:srgbClr val="FF0000"/>
                </a:solidFill>
              </a:rPr>
              <a:t>145mm</a:t>
            </a:r>
            <a:endParaRPr sz="1200" b="1">
              <a:solidFill>
                <a:srgbClr val="FF0000"/>
              </a:solidFill>
            </a:endParaRPr>
          </a:p>
        </p:txBody>
      </p:sp>
      <p:cxnSp>
        <p:nvCxnSpPr>
          <p:cNvPr id="34" name="直接箭头连接符 11"/>
          <p:cNvCxnSpPr/>
          <p:nvPr/>
        </p:nvCxnSpPr>
        <p:spPr>
          <a:xfrm>
            <a:off x="7715250" y="1844675"/>
            <a:ext cx="0" cy="1800225"/>
          </a:xfrm>
          <a:prstGeom prst="straightConnector1">
            <a:avLst/>
          </a:prstGeom>
          <a:ln w="25400">
            <a:solidFill>
              <a:srgbClr val="FF0000"/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8" name="top-left-bus"/>
          <p:cNvSpPr>
            <a:spLocks noGrp="1"/>
          </p:cNvSpPr>
          <p:nvPr/>
        </p:nvSpPr>
        <p:spPr>
          <a:xfrm>
            <a:off x="1476375" y="742950"/>
            <a:ext cx="0" cy="666750"/>
          </a:xfrm>
          <a:prstGeom prst="line">
            <a:avLst/>
          </a:prstGeom>
          <a:noFill/>
          <a:ln w="19050">
            <a:solidFill>
              <a:srgbClr val="111111"/>
            </a:solidFill>
            <a:prstDash val="solid"/>
          </a:ln>
        </p:spPr>
      </p:sp>
      <p:sp>
        <p:nvSpPr>
          <p:cNvPr id="2" name="top-pool-bus"/>
          <p:cNvSpPr>
            <a:spLocks noGrp="1"/>
          </p:cNvSpPr>
          <p:nvPr/>
        </p:nvSpPr>
        <p:spPr>
          <a:xfrm>
            <a:off x="4438650" y="742950"/>
            <a:ext cx="0" cy="638175"/>
          </a:xfrm>
          <a:prstGeom prst="line">
            <a:avLst/>
          </a:prstGeom>
          <a:noFill/>
          <a:ln w="19050">
            <a:solidFill>
              <a:srgbClr val="111111"/>
            </a:solidFill>
            <a:prstDash val="solid"/>
          </a:ln>
        </p:spPr>
      </p:sp>
      <p:sp>
        <p:nvSpPr>
          <p:cNvPr id="3" name="top-measure-bus"/>
          <p:cNvSpPr>
            <a:spLocks noGrp="1"/>
          </p:cNvSpPr>
          <p:nvPr/>
        </p:nvSpPr>
        <p:spPr>
          <a:xfrm>
            <a:off x="7991475" y="742950"/>
            <a:ext cx="0" cy="638175"/>
          </a:xfrm>
          <a:prstGeom prst="line">
            <a:avLst/>
          </a:prstGeom>
          <a:noFill/>
          <a:ln w="19050">
            <a:solidFill>
              <a:srgbClr val="111111"/>
            </a:solidFill>
            <a:prstDash val="solid"/>
          </a:ln>
        </p:spPr>
      </p:sp>
      <p:sp>
        <p:nvSpPr>
          <p:cNvPr id="4" name="group-left-down"/>
          <p:cNvSpPr>
            <a:spLocks noGrp="1"/>
          </p:cNvSpPr>
          <p:nvPr/>
        </p:nvSpPr>
        <p:spPr>
          <a:xfrm>
            <a:off x="1476375" y="2124075"/>
            <a:ext cx="0" cy="495300"/>
          </a:xfrm>
          <a:prstGeom prst="line">
            <a:avLst/>
          </a:prstGeom>
          <a:noFill/>
          <a:ln w="19050">
            <a:solidFill>
              <a:srgbClr val="111111"/>
            </a:solidFill>
            <a:prstDash val="solid"/>
          </a:ln>
        </p:spPr>
      </p:sp>
      <p:sp>
        <p:nvSpPr>
          <p:cNvPr id="5" name="group-pool-down"/>
          <p:cNvSpPr>
            <a:spLocks noGrp="1"/>
          </p:cNvSpPr>
          <p:nvPr/>
        </p:nvSpPr>
        <p:spPr>
          <a:xfrm>
            <a:off x="4438650" y="2124075"/>
            <a:ext cx="0" cy="495300"/>
          </a:xfrm>
          <a:prstGeom prst="line">
            <a:avLst/>
          </a:prstGeom>
          <a:noFill/>
          <a:ln w="19050">
            <a:solidFill>
              <a:srgbClr val="111111"/>
            </a:solidFill>
            <a:prstDash val="solid"/>
          </a:ln>
        </p:spPr>
      </p:sp>
      <p:sp>
        <p:nvSpPr>
          <p:cNvPr id="6" name="measure-down"/>
          <p:cNvSpPr>
            <a:spLocks noGrp="1"/>
          </p:cNvSpPr>
          <p:nvPr/>
        </p:nvSpPr>
        <p:spPr>
          <a:xfrm>
            <a:off x="7991475" y="2124075"/>
            <a:ext cx="0" cy="257175"/>
          </a:xfrm>
          <a:prstGeom prst="line">
            <a:avLst/>
          </a:prstGeom>
          <a:noFill/>
          <a:ln w="19050">
            <a:solidFill>
              <a:srgbClr val="111111"/>
            </a:solidFill>
            <a:prstDash val="solid"/>
          </a:ln>
        </p:spPr>
      </p:sp>
      <p:sp>
        <p:nvSpPr>
          <p:cNvPr id="7" name="large-flow-bottom"/>
          <p:cNvSpPr>
            <a:spLocks noGrp="1"/>
          </p:cNvSpPr>
          <p:nvPr/>
        </p:nvSpPr>
        <p:spPr>
          <a:xfrm>
            <a:off x="723900" y="4476750"/>
            <a:ext cx="0" cy="1714500"/>
          </a:xfrm>
          <a:prstGeom prst="line">
            <a:avLst/>
          </a:prstGeom>
          <a:noFill/>
          <a:ln w="19050">
            <a:solidFill>
              <a:srgbClr val="111111"/>
            </a:solidFill>
            <a:prstDash val="solid"/>
          </a:ln>
        </p:spPr>
      </p:sp>
      <p:sp>
        <p:nvSpPr>
          <p:cNvPr id="8" name="cooling-bottom"/>
          <p:cNvSpPr>
            <a:spLocks noGrp="1"/>
          </p:cNvSpPr>
          <p:nvPr/>
        </p:nvSpPr>
        <p:spPr>
          <a:xfrm>
            <a:off x="2238375" y="4476750"/>
            <a:ext cx="0" cy="1714500"/>
          </a:xfrm>
          <a:prstGeom prst="line">
            <a:avLst/>
          </a:prstGeom>
          <a:noFill/>
          <a:ln w="19050">
            <a:solidFill>
              <a:srgbClr val="111111"/>
            </a:solidFill>
            <a:prstDash val="solid"/>
          </a:ln>
        </p:spPr>
      </p:sp>
      <p:sp>
        <p:nvSpPr>
          <p:cNvPr id="9" name="small-flow-bottom"/>
          <p:cNvSpPr>
            <a:spLocks noGrp="1"/>
          </p:cNvSpPr>
          <p:nvPr/>
        </p:nvSpPr>
        <p:spPr>
          <a:xfrm>
            <a:off x="5143500" y="4476750"/>
            <a:ext cx="0" cy="1714500"/>
          </a:xfrm>
          <a:prstGeom prst="line">
            <a:avLst/>
          </a:prstGeom>
          <a:noFill/>
          <a:ln w="19050">
            <a:solidFill>
              <a:srgbClr val="111111"/>
            </a:solidFill>
            <a:prstDash val="solid"/>
          </a:ln>
        </p:spPr>
      </p:sp>
      <p:sp>
        <p:nvSpPr>
          <p:cNvPr id="10" name="micro-ccd-bottom"/>
          <p:cNvSpPr>
            <a:spLocks noGrp="1"/>
          </p:cNvSpPr>
          <p:nvPr/>
        </p:nvSpPr>
        <p:spPr>
          <a:xfrm>
            <a:off x="1381125" y="5381625"/>
            <a:ext cx="0" cy="809625"/>
          </a:xfrm>
          <a:prstGeom prst="line">
            <a:avLst/>
          </a:prstGeom>
          <a:noFill/>
          <a:ln w="19050">
            <a:solidFill>
              <a:srgbClr val="111111"/>
            </a:solidFill>
            <a:prstDash val="solid"/>
          </a:ln>
        </p:spPr>
      </p:sp>
      <p:sp>
        <p:nvSpPr>
          <p:cNvPr id="11" name="fast-ccd-bottom"/>
          <p:cNvSpPr>
            <a:spLocks noGrp="1"/>
          </p:cNvSpPr>
          <p:nvPr/>
        </p:nvSpPr>
        <p:spPr>
          <a:xfrm>
            <a:off x="3752850" y="5381625"/>
            <a:ext cx="0" cy="809625"/>
          </a:xfrm>
          <a:prstGeom prst="line">
            <a:avLst/>
          </a:prstGeom>
          <a:noFill/>
          <a:ln w="19050">
            <a:solidFill>
              <a:srgbClr val="111111"/>
            </a:solidFill>
            <a:prstDash val="solid"/>
          </a:ln>
        </p:spPr>
      </p:sp>
      <p:sp>
        <p:nvSpPr>
          <p:cNvPr id="12" name="main-bottom"/>
          <p:cNvSpPr>
            <a:spLocks noGrp="1"/>
          </p:cNvSpPr>
          <p:nvPr/>
        </p:nvSpPr>
        <p:spPr>
          <a:xfrm>
            <a:off x="7124700" y="5381625"/>
            <a:ext cx="0" cy="809625"/>
          </a:xfrm>
          <a:prstGeom prst="line">
            <a:avLst/>
          </a:prstGeom>
          <a:noFill/>
          <a:ln w="19050">
            <a:solidFill>
              <a:srgbClr val="111111"/>
            </a:solidFill>
            <a:prstDash val="solid"/>
          </a:ln>
        </p:spPr>
      </p:sp>
      <p:sp>
        <p:nvSpPr>
          <p:cNvPr id="13" name="fan-bottom"/>
          <p:cNvSpPr>
            <a:spLocks noGrp="1"/>
          </p:cNvSpPr>
          <p:nvPr/>
        </p:nvSpPr>
        <p:spPr>
          <a:xfrm>
            <a:off x="8791575" y="4476750"/>
            <a:ext cx="0" cy="1714500"/>
          </a:xfrm>
          <a:prstGeom prst="line">
            <a:avLst/>
          </a:prstGeom>
          <a:noFill/>
          <a:ln w="19050">
            <a:solidFill>
              <a:srgbClr val="111111"/>
            </a:solidFill>
            <a:prstDash val="solid"/>
          </a:ln>
        </p:spPr>
      </p:sp>
      <p:sp>
        <p:nvSpPr>
          <p:cNvPr id="14" name="large-flow-up"/>
          <p:cNvSpPr>
            <a:spLocks noGrp="1"/>
          </p:cNvSpPr>
          <p:nvPr/>
        </p:nvSpPr>
        <p:spPr>
          <a:xfrm>
            <a:off x="723900" y="3419475"/>
            <a:ext cx="0" cy="361950"/>
          </a:xfrm>
          <a:prstGeom prst="line">
            <a:avLst/>
          </a:prstGeom>
          <a:noFill/>
          <a:ln w="19050">
            <a:solidFill>
              <a:srgbClr val="111111"/>
            </a:solidFill>
            <a:prstDash val="solid"/>
          </a:ln>
        </p:spPr>
      </p:sp>
      <p:sp>
        <p:nvSpPr>
          <p:cNvPr id="15" name="large-flow-arrow"/>
          <p:cNvSpPr>
            <a:spLocks noGrp="1"/>
          </p:cNvSpPr>
          <p:nvPr/>
        </p:nvSpPr>
        <p:spPr>
          <a:xfrm>
            <a:off x="619125" y="3333750"/>
            <a:ext cx="209550" cy="266700"/>
          </a:xfrm>
          <a:prstGeom prst="upArrow">
            <a:avLst/>
          </a:prstGeom>
          <a:solidFill>
            <a:srgbClr val="111111"/>
          </a:solidFill>
          <a:ln w="9525">
            <a:solidFill>
              <a:srgbClr val="111111"/>
            </a:solidFill>
            <a:prstDash val="solid"/>
          </a:ln>
        </p:spPr>
      </p:sp>
      <p:sp>
        <p:nvSpPr>
          <p:cNvPr id="16" name="cooling-up"/>
          <p:cNvSpPr>
            <a:spLocks noGrp="1"/>
          </p:cNvSpPr>
          <p:nvPr/>
        </p:nvSpPr>
        <p:spPr>
          <a:xfrm>
            <a:off x="2238375" y="3419475"/>
            <a:ext cx="0" cy="361950"/>
          </a:xfrm>
          <a:prstGeom prst="line">
            <a:avLst/>
          </a:prstGeom>
          <a:noFill/>
          <a:ln w="19050">
            <a:solidFill>
              <a:srgbClr val="111111"/>
            </a:solidFill>
            <a:prstDash val="solid"/>
          </a:ln>
        </p:spPr>
      </p:sp>
      <p:sp>
        <p:nvSpPr>
          <p:cNvPr id="17" name="cooling-arrow"/>
          <p:cNvSpPr>
            <a:spLocks noGrp="1"/>
          </p:cNvSpPr>
          <p:nvPr/>
        </p:nvSpPr>
        <p:spPr>
          <a:xfrm>
            <a:off x="2133600" y="3333750"/>
            <a:ext cx="209550" cy="266700"/>
          </a:xfrm>
          <a:prstGeom prst="upArrow">
            <a:avLst/>
          </a:prstGeom>
          <a:solidFill>
            <a:srgbClr val="111111"/>
          </a:solidFill>
          <a:ln w="9525">
            <a:solidFill>
              <a:srgbClr val="111111"/>
            </a:solidFill>
            <a:prstDash val="solid"/>
          </a:ln>
        </p:spPr>
      </p:sp>
      <p:sp>
        <p:nvSpPr>
          <p:cNvPr id="18" name="small-flow-up"/>
          <p:cNvSpPr>
            <a:spLocks noGrp="1"/>
          </p:cNvSpPr>
          <p:nvPr/>
        </p:nvSpPr>
        <p:spPr>
          <a:xfrm>
            <a:off x="5143500" y="3419475"/>
            <a:ext cx="0" cy="361950"/>
          </a:xfrm>
          <a:prstGeom prst="line">
            <a:avLst/>
          </a:prstGeom>
          <a:noFill/>
          <a:ln w="19050">
            <a:solidFill>
              <a:srgbClr val="111111"/>
            </a:solidFill>
            <a:prstDash val="solid"/>
          </a:ln>
        </p:spPr>
      </p:sp>
      <p:sp>
        <p:nvSpPr>
          <p:cNvPr id="19" name="small-flow-arrow"/>
          <p:cNvSpPr>
            <a:spLocks noGrp="1"/>
          </p:cNvSpPr>
          <p:nvPr/>
        </p:nvSpPr>
        <p:spPr>
          <a:xfrm>
            <a:off x="5038725" y="3333750"/>
            <a:ext cx="209550" cy="266700"/>
          </a:xfrm>
          <a:prstGeom prst="upArrow">
            <a:avLst/>
          </a:prstGeom>
          <a:solidFill>
            <a:srgbClr val="111111"/>
          </a:solidFill>
          <a:ln w="9525">
            <a:solidFill>
              <a:srgbClr val="111111"/>
            </a:solidFill>
            <a:prstDash val="solid"/>
          </a:ln>
        </p:spPr>
      </p:sp>
      <p:sp>
        <p:nvSpPr>
          <p:cNvPr id="20" name="fan-up"/>
          <p:cNvSpPr>
            <a:spLocks noGrp="1"/>
          </p:cNvSpPr>
          <p:nvPr/>
        </p:nvSpPr>
        <p:spPr>
          <a:xfrm>
            <a:off x="8791575" y="3419475"/>
            <a:ext cx="0" cy="361950"/>
          </a:xfrm>
          <a:prstGeom prst="line">
            <a:avLst/>
          </a:prstGeom>
          <a:noFill/>
          <a:ln w="19050">
            <a:solidFill>
              <a:srgbClr val="111111"/>
            </a:solidFill>
            <a:prstDash val="solid"/>
          </a:ln>
        </p:spPr>
      </p:sp>
      <p:sp>
        <p:nvSpPr>
          <p:cNvPr id="21" name="fan-arrow"/>
          <p:cNvSpPr>
            <a:spLocks noGrp="1"/>
          </p:cNvSpPr>
          <p:nvPr/>
        </p:nvSpPr>
        <p:spPr>
          <a:xfrm>
            <a:off x="8686800" y="3333750"/>
            <a:ext cx="209550" cy="266700"/>
          </a:xfrm>
          <a:prstGeom prst="upArrow">
            <a:avLst/>
          </a:prstGeom>
          <a:solidFill>
            <a:srgbClr val="111111"/>
          </a:solidFill>
          <a:ln w="9525">
            <a:solidFill>
              <a:srgbClr val="111111"/>
            </a:solidFill>
            <a:prstDash val="solid"/>
          </a:ln>
        </p:spPr>
      </p:sp>
      <p:sp>
        <p:nvSpPr>
          <p:cNvPr id="22" name="pool-hv-link"/>
          <p:cNvSpPr>
            <a:spLocks noGrp="1"/>
          </p:cNvSpPr>
          <p:nvPr/>
        </p:nvSpPr>
        <p:spPr>
          <a:xfrm>
            <a:off x="5095875" y="1752600"/>
            <a:ext cx="504825" cy="0"/>
          </a:xfrm>
          <a:prstGeom prst="line">
            <a:avLst/>
          </a:prstGeom>
          <a:noFill/>
          <a:ln w="19050">
            <a:solidFill>
              <a:srgbClr val="111111"/>
            </a:solidFill>
            <a:prstDash val="solid"/>
          </a:ln>
        </p:spPr>
      </p:sp>
      <p:sp>
        <p:nvSpPr>
          <p:cNvPr id="23" name="pool-hv-left"/>
          <p:cNvSpPr>
            <a:spLocks noGrp="1"/>
          </p:cNvSpPr>
          <p:nvPr/>
        </p:nvSpPr>
        <p:spPr>
          <a:xfrm>
            <a:off x="5010150" y="1647825"/>
            <a:ext cx="228600" cy="209550"/>
          </a:xfrm>
          <a:prstGeom prst="leftArrow">
            <a:avLst/>
          </a:prstGeom>
          <a:solidFill>
            <a:srgbClr val="111111"/>
          </a:solidFill>
          <a:ln w="9525">
            <a:solidFill>
              <a:srgbClr val="111111"/>
            </a:solidFill>
            <a:prstDash val="solid"/>
          </a:ln>
        </p:spPr>
      </p:sp>
      <p:sp>
        <p:nvSpPr>
          <p:cNvPr id="24" name="pool-hv-right"/>
          <p:cNvSpPr>
            <a:spLocks noGrp="1"/>
          </p:cNvSpPr>
          <p:nvPr/>
        </p:nvSpPr>
        <p:spPr>
          <a:xfrm>
            <a:off x="5476875" y="1647825"/>
            <a:ext cx="228600" cy="209550"/>
          </a:xfrm>
          <a:prstGeom prst="rightArrow">
            <a:avLst/>
          </a:prstGeom>
          <a:solidFill>
            <a:srgbClr val="111111"/>
          </a:solidFill>
          <a:ln w="9525">
            <a:solidFill>
              <a:srgbClr val="111111"/>
            </a:solidFill>
            <a:prstDash val="solid"/>
          </a:ln>
        </p:spPr>
      </p:sp>
      <p:sp>
        <p:nvSpPr>
          <p:cNvPr id="25" name="hv-secondary-link"/>
          <p:cNvSpPr>
            <a:spLocks noGrp="1"/>
          </p:cNvSpPr>
          <p:nvPr/>
        </p:nvSpPr>
        <p:spPr>
          <a:xfrm>
            <a:off x="6858000" y="1752600"/>
            <a:ext cx="142875" cy="0"/>
          </a:xfrm>
          <a:prstGeom prst="line">
            <a:avLst/>
          </a:prstGeom>
          <a:noFill/>
          <a:ln w="19050">
            <a:solidFill>
              <a:srgbClr val="111111"/>
            </a:solidFill>
            <a:prstDash val="solid"/>
          </a:ln>
        </p:spPr>
      </p:sp>
      <p:sp>
        <p:nvSpPr>
          <p:cNvPr id="26" name="hv-secondary-left"/>
          <p:cNvSpPr>
            <a:spLocks noGrp="1"/>
          </p:cNvSpPr>
          <p:nvPr/>
        </p:nvSpPr>
        <p:spPr>
          <a:xfrm>
            <a:off x="6772275" y="1647825"/>
            <a:ext cx="228600" cy="209550"/>
          </a:xfrm>
          <a:prstGeom prst="leftArrow">
            <a:avLst/>
          </a:prstGeom>
          <a:solidFill>
            <a:srgbClr val="111111"/>
          </a:solidFill>
          <a:ln w="9525">
            <a:solidFill>
              <a:srgbClr val="111111"/>
            </a:solidFill>
            <a:prstDash val="solid"/>
          </a:ln>
        </p:spPr>
      </p:sp>
      <p:sp>
        <p:nvSpPr>
          <p:cNvPr id="27" name="hv-secondary-right"/>
          <p:cNvSpPr>
            <a:spLocks noGrp="1"/>
          </p:cNvSpPr>
          <p:nvPr/>
        </p:nvSpPr>
        <p:spPr>
          <a:xfrm>
            <a:off x="6877050" y="1647825"/>
            <a:ext cx="228600" cy="209550"/>
          </a:xfrm>
          <a:prstGeom prst="rightArrow">
            <a:avLst/>
          </a:prstGeom>
          <a:solidFill>
            <a:srgbClr val="111111"/>
          </a:solidFill>
          <a:ln w="9525">
            <a:solidFill>
              <a:srgbClr val="111111"/>
            </a:solidFill>
            <a:prstDash val="solid"/>
          </a:ln>
        </p:spPr>
      </p:sp>
      <p:sp>
        <p:nvSpPr>
          <p:cNvPr id="28" name="secondary-sensor-stem"/>
          <p:cNvSpPr>
            <a:spLocks noGrp="1"/>
          </p:cNvSpPr>
          <p:nvPr/>
        </p:nvSpPr>
        <p:spPr>
          <a:xfrm>
            <a:off x="7153275" y="3067050"/>
            <a:ext cx="0" cy="247650"/>
          </a:xfrm>
          <a:prstGeom prst="line">
            <a:avLst/>
          </a:prstGeom>
          <a:noFill/>
          <a:ln w="19050">
            <a:solidFill>
              <a:srgbClr val="111111"/>
            </a:solidFill>
            <a:prstDash val="solid"/>
          </a:ln>
        </p:spPr>
      </p:sp>
      <p:sp>
        <p:nvSpPr>
          <p:cNvPr id="29" name="sensor-valve-branch"/>
          <p:cNvSpPr>
            <a:spLocks noGrp="1"/>
          </p:cNvSpPr>
          <p:nvPr/>
        </p:nvSpPr>
        <p:spPr>
          <a:xfrm>
            <a:off x="6629400" y="3314700"/>
            <a:ext cx="1047750" cy="0"/>
          </a:xfrm>
          <a:prstGeom prst="line">
            <a:avLst/>
          </a:prstGeom>
          <a:noFill/>
          <a:ln w="19050">
            <a:solidFill>
              <a:srgbClr val="111111"/>
            </a:solidFill>
            <a:prstDash val="solid"/>
          </a:ln>
        </p:spPr>
      </p:sp>
      <p:sp>
        <p:nvSpPr>
          <p:cNvPr id="30" name="sensor-down"/>
          <p:cNvSpPr>
            <a:spLocks noGrp="1"/>
          </p:cNvSpPr>
          <p:nvPr/>
        </p:nvSpPr>
        <p:spPr>
          <a:xfrm>
            <a:off x="6524625" y="3238500"/>
            <a:ext cx="209550" cy="266700"/>
          </a:xfrm>
          <a:prstGeom prst="downArrow">
            <a:avLst/>
          </a:prstGeom>
          <a:solidFill>
            <a:srgbClr val="111111"/>
          </a:solidFill>
          <a:ln w="9525">
            <a:solidFill>
              <a:srgbClr val="111111"/>
            </a:solidFill>
            <a:prstDash val="solid"/>
          </a:ln>
        </p:spPr>
      </p:sp>
      <p:sp>
        <p:nvSpPr>
          <p:cNvPr id="31" name="valve-down"/>
          <p:cNvSpPr>
            <a:spLocks noGrp="1"/>
          </p:cNvSpPr>
          <p:nvPr/>
        </p:nvSpPr>
        <p:spPr>
          <a:xfrm>
            <a:off x="7572375" y="3238500"/>
            <a:ext cx="209550" cy="266700"/>
          </a:xfrm>
          <a:prstGeom prst="downArrow">
            <a:avLst/>
          </a:prstGeom>
          <a:solidFill>
            <a:srgbClr val="111111"/>
          </a:solidFill>
          <a:ln w="9525">
            <a:solidFill>
              <a:srgbClr val="111111"/>
            </a:solidFill>
            <a:prstDash val="solid"/>
          </a:ln>
        </p:spPr>
      </p:sp>
      <p:sp>
        <p:nvSpPr>
          <p:cNvPr id="32" name="secondary-main-left"/>
          <p:cNvSpPr>
            <a:spLocks noGrp="1"/>
          </p:cNvSpPr>
          <p:nvPr/>
        </p:nvSpPr>
        <p:spPr>
          <a:xfrm>
            <a:off x="6029325" y="2724150"/>
            <a:ext cx="542925" cy="0"/>
          </a:xfrm>
          <a:prstGeom prst="line">
            <a:avLst/>
          </a:prstGeom>
          <a:noFill/>
          <a:ln w="19050">
            <a:solidFill>
              <a:srgbClr val="111111"/>
            </a:solidFill>
            <a:prstDash val="solid"/>
          </a:ln>
        </p:spPr>
      </p:sp>
      <p:sp>
        <p:nvSpPr>
          <p:cNvPr id="33" name="secondary-main-vertical"/>
          <p:cNvSpPr>
            <a:spLocks noGrp="1"/>
          </p:cNvSpPr>
          <p:nvPr/>
        </p:nvSpPr>
        <p:spPr>
          <a:xfrm>
            <a:off x="6029325" y="2724150"/>
            <a:ext cx="0" cy="2247900"/>
          </a:xfrm>
          <a:prstGeom prst="line">
            <a:avLst/>
          </a:prstGeom>
          <a:noFill/>
          <a:ln w="19050">
            <a:solidFill>
              <a:srgbClr val="111111"/>
            </a:solidFill>
            <a:prstDash val="solid"/>
          </a:ln>
        </p:spPr>
      </p:sp>
      <p:sp>
        <p:nvSpPr>
          <p:cNvPr id="34" name="secondary-main-right"/>
          <p:cNvSpPr>
            <a:spLocks noGrp="1"/>
          </p:cNvSpPr>
          <p:nvPr/>
        </p:nvSpPr>
        <p:spPr>
          <a:xfrm>
            <a:off x="6029325" y="4972050"/>
            <a:ext cx="666750" cy="0"/>
          </a:xfrm>
          <a:prstGeom prst="line">
            <a:avLst/>
          </a:prstGeom>
          <a:noFill/>
          <a:ln w="19050">
            <a:solidFill>
              <a:srgbClr val="111111"/>
            </a:solidFill>
            <a:prstDash val="solid"/>
          </a:ln>
        </p:spPr>
      </p:sp>
      <p:sp>
        <p:nvSpPr>
          <p:cNvPr id="35" name="main-right"/>
          <p:cNvSpPr>
            <a:spLocks noGrp="1"/>
          </p:cNvSpPr>
          <p:nvPr/>
        </p:nvSpPr>
        <p:spPr>
          <a:xfrm>
            <a:off x="6581775" y="4867275"/>
            <a:ext cx="228600" cy="209550"/>
          </a:xfrm>
          <a:prstGeom prst="rightArrow">
            <a:avLst/>
          </a:prstGeom>
          <a:solidFill>
            <a:srgbClr val="111111"/>
          </a:solidFill>
          <a:ln w="9525">
            <a:solidFill>
              <a:srgbClr val="111111"/>
            </a:solidFill>
            <a:prstDash val="solid"/>
          </a:ln>
        </p:spPr>
      </p:sp>
      <p:sp>
        <p:nvSpPr>
          <p:cNvPr id="36" name="project-header"/>
          <p:cNvSpPr>
            <a:spLocks noGrp="1"/>
          </p:cNvSpPr>
          <p:nvPr/>
        </p:nvSpPr>
        <p:spPr>
          <a:xfrm>
            <a:off x="114300" y="171450"/>
            <a:ext cx="9296400" cy="571500"/>
          </a:xfrm>
          <a:prstGeom prst="rect">
            <a:avLst/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875">
                <a:solidFill>
                  <a:srgbClr val="111111"/>
                </a:solidFill>
              </a:defRPr>
            </a:pPr>
            <a:r>
              <a:rPr sz="1875">
                <a:solidFill>
                  <a:srgbClr val="111111"/>
                </a:solidFill>
              </a:rPr>
              <a:t>实验项目模块</a:t>
            </a:r>
            <a:endParaRPr sz="1875">
              <a:solidFill>
                <a:srgbClr val="111111"/>
              </a:solidFill>
            </a:endParaRPr>
          </a:p>
        </p:txBody>
      </p:sp>
      <p:sp>
        <p:nvSpPr>
          <p:cNvPr id="37" name="common-footer"/>
          <p:cNvSpPr>
            <a:spLocks noGrp="1"/>
          </p:cNvSpPr>
          <p:nvPr/>
        </p:nvSpPr>
        <p:spPr>
          <a:xfrm>
            <a:off x="114300" y="6191250"/>
            <a:ext cx="9296400" cy="552450"/>
          </a:xfrm>
          <a:prstGeom prst="rect">
            <a:avLst/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800">
                <a:solidFill>
                  <a:srgbClr val="111111"/>
                </a:solidFill>
              </a:defRPr>
            </a:pPr>
            <a:r>
              <a:rPr sz="1800">
                <a:solidFill>
                  <a:srgbClr val="111111"/>
                </a:solidFill>
              </a:rPr>
              <a:t>两相柜公共模块</a:t>
            </a:r>
            <a:endParaRPr sz="1800">
              <a:solidFill>
                <a:srgbClr val="111111"/>
              </a:solidFill>
            </a:endParaRPr>
          </a:p>
        </p:txBody>
      </p:sp>
      <p:sp>
        <p:nvSpPr>
          <p:cNvPr id="38" name="experiment-unit-group"/>
          <p:cNvSpPr>
            <a:spLocks noGrp="1"/>
          </p:cNvSpPr>
          <p:nvPr/>
        </p:nvSpPr>
        <p:spPr>
          <a:xfrm>
            <a:off x="638175" y="1238250"/>
            <a:ext cx="4572000" cy="1047750"/>
          </a:xfrm>
          <a:prstGeom prst="rect">
            <a:avLst/>
          </a:prstGeom>
          <a:noFill/>
          <a:ln w="19050">
            <a:solidFill>
              <a:srgbClr val="111111"/>
            </a:solidFill>
            <a:prstDash val="dash"/>
          </a:ln>
        </p:spPr>
      </p:sp>
      <p:sp>
        <p:nvSpPr>
          <p:cNvPr id="39" name="flow-boiling-unit"/>
          <p:cNvSpPr>
            <a:spLocks noGrp="1"/>
          </p:cNvSpPr>
          <p:nvPr/>
        </p:nvSpPr>
        <p:spPr>
          <a:xfrm>
            <a:off x="838200" y="1409700"/>
            <a:ext cx="1285875" cy="714375"/>
          </a:xfrm>
          <a:prstGeom prst="rect">
            <a:avLst/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200">
                <a:solidFill>
                  <a:srgbClr val="111111"/>
                </a:solidFill>
              </a:defRPr>
            </a:pPr>
            <a:r>
              <a:rPr sz="1200">
                <a:solidFill>
                  <a:srgbClr val="111111"/>
                </a:solidFill>
              </a:rPr>
              <a:t>流动/射流复合</a:t>
            </a:r>
            <a:endParaRPr sz="1200">
              <a:solidFill>
                <a:srgbClr val="111111"/>
              </a:solidFill>
            </a:endParaRPr>
          </a:p>
          <a:p>
            <a:pPr algn="ctr">
              <a:buNone/>
              <a:defRPr sz="1200">
                <a:solidFill>
                  <a:srgbClr val="111111"/>
                </a:solidFill>
              </a:defRPr>
            </a:pPr>
            <a:r>
              <a:rPr sz="1200">
                <a:solidFill>
                  <a:srgbClr val="111111"/>
                </a:solidFill>
              </a:rPr>
              <a:t>沸腾实验单元</a:t>
            </a:r>
            <a:endParaRPr sz="1200">
              <a:solidFill>
                <a:srgbClr val="111111"/>
              </a:solidFill>
            </a:endParaRPr>
          </a:p>
        </p:txBody>
      </p:sp>
      <p:sp>
        <p:nvSpPr>
          <p:cNvPr id="40" name="pool-boiling-unit"/>
          <p:cNvSpPr>
            <a:spLocks noGrp="1"/>
          </p:cNvSpPr>
          <p:nvPr/>
        </p:nvSpPr>
        <p:spPr>
          <a:xfrm>
            <a:off x="3838575" y="1381125"/>
            <a:ext cx="1257300" cy="742950"/>
          </a:xfrm>
          <a:prstGeom prst="rect">
            <a:avLst/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275">
                <a:solidFill>
                  <a:srgbClr val="111111"/>
                </a:solidFill>
              </a:defRPr>
            </a:pPr>
            <a:r>
              <a:rPr sz="1275">
                <a:solidFill>
                  <a:srgbClr val="111111"/>
                </a:solidFill>
              </a:rPr>
              <a:t>池沸腾</a:t>
            </a:r>
            <a:endParaRPr sz="1275">
              <a:solidFill>
                <a:srgbClr val="111111"/>
              </a:solidFill>
            </a:endParaRPr>
          </a:p>
          <a:p>
            <a:pPr algn="ctr">
              <a:buNone/>
              <a:defRPr sz="1275">
                <a:solidFill>
                  <a:srgbClr val="111111"/>
                </a:solidFill>
              </a:defRPr>
            </a:pPr>
            <a:r>
              <a:rPr sz="1275">
                <a:solidFill>
                  <a:srgbClr val="111111"/>
                </a:solidFill>
              </a:rPr>
              <a:t>实验单元</a:t>
            </a:r>
            <a:endParaRPr sz="1275">
              <a:solidFill>
                <a:srgbClr val="111111"/>
              </a:solidFill>
            </a:endParaRPr>
          </a:p>
        </p:txBody>
      </p:sp>
      <p:sp>
        <p:nvSpPr>
          <p:cNvPr id="41" name="flow-boiling-device"/>
          <p:cNvSpPr>
            <a:spLocks noGrp="1"/>
          </p:cNvSpPr>
          <p:nvPr/>
        </p:nvSpPr>
        <p:spPr>
          <a:xfrm>
            <a:off x="114300" y="2619375"/>
            <a:ext cx="1257300" cy="695325"/>
          </a:xfrm>
          <a:prstGeom prst="rect">
            <a:avLst/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200">
                <a:solidFill>
                  <a:srgbClr val="111111"/>
                </a:solidFill>
              </a:defRPr>
            </a:pPr>
            <a:r>
              <a:rPr sz="1200">
                <a:solidFill>
                  <a:srgbClr val="111111"/>
                </a:solidFill>
              </a:rPr>
              <a:t>流动/射流复合</a:t>
            </a:r>
            <a:endParaRPr sz="1200">
              <a:solidFill>
                <a:srgbClr val="111111"/>
              </a:solidFill>
            </a:endParaRPr>
          </a:p>
          <a:p>
            <a:pPr algn="ctr">
              <a:buNone/>
              <a:defRPr sz="1200">
                <a:solidFill>
                  <a:srgbClr val="111111"/>
                </a:solidFill>
              </a:defRPr>
            </a:pPr>
            <a:r>
              <a:rPr sz="1200">
                <a:solidFill>
                  <a:srgbClr val="111111"/>
                </a:solidFill>
              </a:rPr>
              <a:t>沸腾实验装置</a:t>
            </a:r>
            <a:endParaRPr sz="1200">
              <a:solidFill>
                <a:srgbClr val="111111"/>
              </a:solidFill>
            </a:endParaRPr>
          </a:p>
        </p:txBody>
      </p:sp>
      <p:sp>
        <p:nvSpPr>
          <p:cNvPr id="42" name="flow-heat-device"/>
          <p:cNvSpPr>
            <a:spLocks noGrp="1"/>
          </p:cNvSpPr>
          <p:nvPr/>
        </p:nvSpPr>
        <p:spPr>
          <a:xfrm>
            <a:off x="1619250" y="2619375"/>
            <a:ext cx="1257300" cy="695325"/>
          </a:xfrm>
          <a:prstGeom prst="rect">
            <a:avLst/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200">
                <a:solidFill>
                  <a:srgbClr val="111111"/>
                </a:solidFill>
              </a:defRPr>
            </a:pPr>
            <a:r>
              <a:rPr sz="1200">
                <a:solidFill>
                  <a:srgbClr val="111111"/>
                </a:solidFill>
              </a:rPr>
              <a:t>流动/射流复合</a:t>
            </a:r>
            <a:endParaRPr sz="1200">
              <a:solidFill>
                <a:srgbClr val="111111"/>
              </a:solidFill>
            </a:endParaRPr>
          </a:p>
          <a:p>
            <a:pPr algn="ctr">
              <a:buNone/>
              <a:defRPr sz="1200">
                <a:solidFill>
                  <a:srgbClr val="111111"/>
                </a:solidFill>
              </a:defRPr>
            </a:pPr>
            <a:r>
              <a:rPr sz="1200">
                <a:solidFill>
                  <a:srgbClr val="111111"/>
                </a:solidFill>
              </a:rPr>
              <a:t>沸腾散热装置</a:t>
            </a:r>
            <a:endParaRPr sz="1200">
              <a:solidFill>
                <a:srgbClr val="111111"/>
              </a:solidFill>
            </a:endParaRPr>
          </a:p>
        </p:txBody>
      </p:sp>
      <p:sp>
        <p:nvSpPr>
          <p:cNvPr id="43" name="pool-device"/>
          <p:cNvSpPr>
            <a:spLocks noGrp="1"/>
          </p:cNvSpPr>
          <p:nvPr/>
        </p:nvSpPr>
        <p:spPr>
          <a:xfrm>
            <a:off x="3133725" y="2619375"/>
            <a:ext cx="1257300" cy="695325"/>
          </a:xfrm>
          <a:prstGeom prst="rect">
            <a:avLst/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275">
                <a:solidFill>
                  <a:srgbClr val="111111"/>
                </a:solidFill>
              </a:defRPr>
            </a:pPr>
            <a:r>
              <a:rPr sz="1275">
                <a:solidFill>
                  <a:srgbClr val="111111"/>
                </a:solidFill>
              </a:rPr>
              <a:t>池沸腾</a:t>
            </a:r>
            <a:endParaRPr sz="1275">
              <a:solidFill>
                <a:srgbClr val="111111"/>
              </a:solidFill>
            </a:endParaRPr>
          </a:p>
          <a:p>
            <a:pPr algn="ctr">
              <a:buNone/>
              <a:defRPr sz="1275">
                <a:solidFill>
                  <a:srgbClr val="111111"/>
                </a:solidFill>
              </a:defRPr>
            </a:pPr>
            <a:r>
              <a:rPr sz="1275">
                <a:solidFill>
                  <a:srgbClr val="111111"/>
                </a:solidFill>
              </a:rPr>
              <a:t>实验装置</a:t>
            </a:r>
            <a:endParaRPr sz="1275">
              <a:solidFill>
                <a:srgbClr val="111111"/>
              </a:solidFill>
            </a:endParaRPr>
          </a:p>
        </p:txBody>
      </p:sp>
      <p:sp>
        <p:nvSpPr>
          <p:cNvPr id="44" name="pool-heat-device"/>
          <p:cNvSpPr>
            <a:spLocks noGrp="1"/>
          </p:cNvSpPr>
          <p:nvPr/>
        </p:nvSpPr>
        <p:spPr>
          <a:xfrm>
            <a:off x="4505325" y="2619375"/>
            <a:ext cx="1257300" cy="695325"/>
          </a:xfrm>
          <a:prstGeom prst="rect">
            <a:avLst/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275">
                <a:solidFill>
                  <a:srgbClr val="111111"/>
                </a:solidFill>
              </a:defRPr>
            </a:pPr>
            <a:r>
              <a:rPr sz="1275">
                <a:solidFill>
                  <a:srgbClr val="111111"/>
                </a:solidFill>
              </a:rPr>
              <a:t>池沸腾</a:t>
            </a:r>
            <a:endParaRPr sz="1275">
              <a:solidFill>
                <a:srgbClr val="111111"/>
              </a:solidFill>
            </a:endParaRPr>
          </a:p>
          <a:p>
            <a:pPr algn="ctr">
              <a:buNone/>
              <a:defRPr sz="1275">
                <a:solidFill>
                  <a:srgbClr val="111111"/>
                </a:solidFill>
              </a:defRPr>
            </a:pPr>
            <a:r>
              <a:rPr sz="1275">
                <a:solidFill>
                  <a:srgbClr val="111111"/>
                </a:solidFill>
              </a:rPr>
              <a:t>散热装置</a:t>
            </a:r>
            <a:endParaRPr sz="1275">
              <a:solidFill>
                <a:srgbClr val="111111"/>
              </a:solidFill>
            </a:endParaRPr>
          </a:p>
        </p:txBody>
      </p:sp>
      <p:sp>
        <p:nvSpPr>
          <p:cNvPr id="45" name="large-flow-module"/>
          <p:cNvSpPr>
            <a:spLocks noGrp="1"/>
          </p:cNvSpPr>
          <p:nvPr/>
        </p:nvSpPr>
        <p:spPr>
          <a:xfrm>
            <a:off x="114300" y="3781425"/>
            <a:ext cx="1257300" cy="695325"/>
          </a:xfrm>
          <a:prstGeom prst="rect">
            <a:avLst/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275">
                <a:solidFill>
                  <a:srgbClr val="111111"/>
                </a:solidFill>
              </a:defRPr>
            </a:pPr>
            <a:r>
              <a:rPr sz="1275">
                <a:solidFill>
                  <a:srgbClr val="111111"/>
                </a:solidFill>
              </a:rPr>
              <a:t>大流量</a:t>
            </a:r>
            <a:endParaRPr sz="1275">
              <a:solidFill>
                <a:srgbClr val="111111"/>
              </a:solidFill>
            </a:endParaRPr>
          </a:p>
          <a:p>
            <a:pPr algn="ctr">
              <a:buNone/>
              <a:defRPr sz="1275">
                <a:solidFill>
                  <a:srgbClr val="111111"/>
                </a:solidFill>
              </a:defRPr>
            </a:pPr>
            <a:r>
              <a:rPr sz="1275">
                <a:solidFill>
                  <a:srgbClr val="111111"/>
                </a:solidFill>
              </a:rPr>
              <a:t>供液模块</a:t>
            </a:r>
            <a:endParaRPr sz="1275">
              <a:solidFill>
                <a:srgbClr val="111111"/>
              </a:solidFill>
            </a:endParaRPr>
          </a:p>
        </p:txBody>
      </p:sp>
      <p:sp>
        <p:nvSpPr>
          <p:cNvPr id="46" name="cooling-device"/>
          <p:cNvSpPr>
            <a:spLocks noGrp="1"/>
          </p:cNvSpPr>
          <p:nvPr/>
        </p:nvSpPr>
        <p:spPr>
          <a:xfrm>
            <a:off x="1619250" y="3781425"/>
            <a:ext cx="1257300" cy="695325"/>
          </a:xfrm>
          <a:prstGeom prst="rect">
            <a:avLst/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200">
                <a:solidFill>
                  <a:srgbClr val="111111"/>
                </a:solidFill>
              </a:defRPr>
            </a:pPr>
            <a:r>
              <a:rPr sz="1200">
                <a:solidFill>
                  <a:srgbClr val="111111"/>
                </a:solidFill>
              </a:rPr>
              <a:t>大流量供液</a:t>
            </a:r>
            <a:endParaRPr sz="1200">
              <a:solidFill>
                <a:srgbClr val="111111"/>
              </a:solidFill>
            </a:endParaRPr>
          </a:p>
          <a:p>
            <a:pPr algn="ctr">
              <a:buNone/>
              <a:defRPr sz="1200">
                <a:solidFill>
                  <a:srgbClr val="111111"/>
                </a:solidFill>
              </a:defRPr>
            </a:pPr>
            <a:r>
              <a:rPr sz="1200">
                <a:solidFill>
                  <a:srgbClr val="111111"/>
                </a:solidFill>
              </a:rPr>
              <a:t>冷却装置</a:t>
            </a:r>
            <a:endParaRPr sz="1200">
              <a:solidFill>
                <a:srgbClr val="111111"/>
              </a:solidFill>
            </a:endParaRPr>
          </a:p>
        </p:txBody>
      </p:sp>
      <p:sp>
        <p:nvSpPr>
          <p:cNvPr id="47" name="small-flow-module"/>
          <p:cNvSpPr>
            <a:spLocks noGrp="1"/>
          </p:cNvSpPr>
          <p:nvPr/>
        </p:nvSpPr>
        <p:spPr>
          <a:xfrm>
            <a:off x="4505325" y="3781425"/>
            <a:ext cx="1257300" cy="695325"/>
          </a:xfrm>
          <a:prstGeom prst="rect">
            <a:avLst/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275">
                <a:solidFill>
                  <a:srgbClr val="111111"/>
                </a:solidFill>
              </a:defRPr>
            </a:pPr>
            <a:r>
              <a:rPr sz="1275">
                <a:solidFill>
                  <a:srgbClr val="111111"/>
                </a:solidFill>
              </a:rPr>
              <a:t>小流量</a:t>
            </a:r>
            <a:endParaRPr sz="1275">
              <a:solidFill>
                <a:srgbClr val="111111"/>
              </a:solidFill>
            </a:endParaRPr>
          </a:p>
          <a:p>
            <a:pPr algn="ctr">
              <a:buNone/>
              <a:defRPr sz="1275">
                <a:solidFill>
                  <a:srgbClr val="111111"/>
                </a:solidFill>
              </a:defRPr>
            </a:pPr>
            <a:r>
              <a:rPr sz="1275">
                <a:solidFill>
                  <a:srgbClr val="111111"/>
                </a:solidFill>
              </a:rPr>
              <a:t>供液模块</a:t>
            </a:r>
            <a:endParaRPr sz="1275">
              <a:solidFill>
                <a:srgbClr val="111111"/>
              </a:solidFill>
            </a:endParaRPr>
          </a:p>
        </p:txBody>
      </p:sp>
      <p:sp>
        <p:nvSpPr>
          <p:cNvPr id="48" name="micro-ccd"/>
          <p:cNvSpPr>
            <a:spLocks noGrp="1"/>
          </p:cNvSpPr>
          <p:nvPr/>
        </p:nvSpPr>
        <p:spPr>
          <a:xfrm>
            <a:off x="933450" y="4762500"/>
            <a:ext cx="895350" cy="619125"/>
          </a:xfrm>
          <a:prstGeom prst="rect">
            <a:avLst/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275">
                <a:solidFill>
                  <a:srgbClr val="111111"/>
                </a:solidFill>
              </a:defRPr>
            </a:pPr>
            <a:r>
              <a:rPr sz="1275">
                <a:solidFill>
                  <a:srgbClr val="111111"/>
                </a:solidFill>
              </a:rPr>
              <a:t>细观CCD</a:t>
            </a:r>
            <a:endParaRPr sz="1275">
              <a:solidFill>
                <a:srgbClr val="111111"/>
              </a:solidFill>
            </a:endParaRPr>
          </a:p>
        </p:txBody>
      </p:sp>
      <p:sp>
        <p:nvSpPr>
          <p:cNvPr id="49" name="high-speed-ccd"/>
          <p:cNvSpPr>
            <a:spLocks noGrp="1"/>
          </p:cNvSpPr>
          <p:nvPr/>
        </p:nvSpPr>
        <p:spPr>
          <a:xfrm>
            <a:off x="3305175" y="4762500"/>
            <a:ext cx="895350" cy="619125"/>
          </a:xfrm>
          <a:prstGeom prst="rect">
            <a:avLst/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275">
                <a:solidFill>
                  <a:srgbClr val="111111"/>
                </a:solidFill>
              </a:defRPr>
            </a:pPr>
            <a:r>
              <a:rPr sz="1275">
                <a:solidFill>
                  <a:srgbClr val="111111"/>
                </a:solidFill>
              </a:rPr>
              <a:t>高速CCD</a:t>
            </a:r>
            <a:endParaRPr sz="1275">
              <a:solidFill>
                <a:srgbClr val="111111"/>
              </a:solidFill>
            </a:endParaRPr>
          </a:p>
        </p:txBody>
      </p:sp>
      <p:sp>
        <p:nvSpPr>
          <p:cNvPr id="50" name="hv-converter"/>
          <p:cNvSpPr>
            <a:spLocks noGrp="1"/>
          </p:cNvSpPr>
          <p:nvPr/>
        </p:nvSpPr>
        <p:spPr>
          <a:xfrm>
            <a:off x="5600700" y="1381125"/>
            <a:ext cx="1257300" cy="742950"/>
          </a:xfrm>
          <a:prstGeom prst="rect">
            <a:avLst/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275">
                <a:solidFill>
                  <a:srgbClr val="111111"/>
                </a:solidFill>
              </a:defRPr>
            </a:pPr>
            <a:r>
              <a:rPr sz="1275">
                <a:solidFill>
                  <a:srgbClr val="111111"/>
                </a:solidFill>
              </a:rPr>
              <a:t>高压电</a:t>
            </a:r>
            <a:endParaRPr sz="1275">
              <a:solidFill>
                <a:srgbClr val="111111"/>
              </a:solidFill>
            </a:endParaRPr>
          </a:p>
          <a:p>
            <a:pPr algn="ctr">
              <a:buNone/>
              <a:defRPr sz="1275">
                <a:solidFill>
                  <a:srgbClr val="111111"/>
                </a:solidFill>
              </a:defRPr>
            </a:pPr>
            <a:r>
              <a:rPr sz="1275">
                <a:solidFill>
                  <a:srgbClr val="111111"/>
                </a:solidFill>
              </a:rPr>
              <a:t>转换装置</a:t>
            </a:r>
            <a:endParaRPr sz="1275">
              <a:solidFill>
                <a:srgbClr val="111111"/>
              </a:solidFill>
            </a:endParaRPr>
          </a:p>
        </p:txBody>
      </p:sp>
      <p:sp>
        <p:nvSpPr>
          <p:cNvPr id="51" name="measure-control"/>
          <p:cNvSpPr>
            <a:spLocks noGrp="1"/>
          </p:cNvSpPr>
          <p:nvPr/>
        </p:nvSpPr>
        <p:spPr>
          <a:xfrm>
            <a:off x="7410450" y="1381125"/>
            <a:ext cx="1162050" cy="742950"/>
          </a:xfrm>
          <a:prstGeom prst="rect">
            <a:avLst/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200">
                <a:solidFill>
                  <a:srgbClr val="111111"/>
                </a:solidFill>
              </a:defRPr>
            </a:pPr>
            <a:r>
              <a:rPr sz="1200">
                <a:solidFill>
                  <a:srgbClr val="111111"/>
                </a:solidFill>
              </a:rPr>
              <a:t>测量/控制模块</a:t>
            </a:r>
            <a:endParaRPr sz="1200">
              <a:solidFill>
                <a:srgbClr val="111111"/>
              </a:solidFill>
            </a:endParaRPr>
          </a:p>
        </p:txBody>
      </p:sp>
      <p:sp>
        <p:nvSpPr>
          <p:cNvPr id="52" name="secondary-controller"/>
          <p:cNvSpPr>
            <a:spLocks noGrp="1"/>
          </p:cNvSpPr>
          <p:nvPr/>
        </p:nvSpPr>
        <p:spPr>
          <a:xfrm>
            <a:off x="6572250" y="2381250"/>
            <a:ext cx="1162050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200">
                <a:solidFill>
                  <a:srgbClr val="111111"/>
                </a:solidFill>
              </a:defRPr>
            </a:pPr>
            <a:r>
              <a:rPr sz="1200">
                <a:solidFill>
                  <a:srgbClr val="111111"/>
                </a:solidFill>
              </a:rPr>
              <a:t>次级控制器</a:t>
            </a:r>
            <a:endParaRPr sz="1200">
              <a:solidFill>
                <a:srgbClr val="111111"/>
              </a:solidFill>
            </a:endParaRPr>
          </a:p>
          <a:p>
            <a:pPr algn="ctr">
              <a:buNone/>
              <a:defRPr sz="1200">
                <a:solidFill>
                  <a:srgbClr val="111111"/>
                </a:solidFill>
              </a:defRPr>
            </a:pPr>
            <a:r>
              <a:rPr sz="1200">
                <a:solidFill>
                  <a:srgbClr val="111111"/>
                </a:solidFill>
              </a:rPr>
              <a:t>（电控盒）</a:t>
            </a:r>
            <a:endParaRPr sz="1200">
              <a:solidFill>
                <a:srgbClr val="111111"/>
              </a:solidFill>
            </a:endParaRPr>
          </a:p>
        </p:txBody>
      </p:sp>
      <p:sp>
        <p:nvSpPr>
          <p:cNvPr id="53" name="sensor-flowmeter"/>
          <p:cNvSpPr>
            <a:spLocks noGrp="1"/>
          </p:cNvSpPr>
          <p:nvPr/>
        </p:nvSpPr>
        <p:spPr>
          <a:xfrm>
            <a:off x="6191250" y="3476625"/>
            <a:ext cx="857250" cy="695325"/>
          </a:xfrm>
          <a:prstGeom prst="rect">
            <a:avLst/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200">
                <a:solidFill>
                  <a:srgbClr val="111111"/>
                </a:solidFill>
              </a:defRPr>
            </a:pPr>
            <a:r>
              <a:rPr sz="1200">
                <a:solidFill>
                  <a:srgbClr val="111111"/>
                </a:solidFill>
              </a:rPr>
              <a:t>传感器/</a:t>
            </a:r>
            <a:endParaRPr sz="1200">
              <a:solidFill>
                <a:srgbClr val="111111"/>
              </a:solidFill>
            </a:endParaRPr>
          </a:p>
          <a:p>
            <a:pPr algn="ctr">
              <a:buNone/>
              <a:defRPr sz="1200">
                <a:solidFill>
                  <a:srgbClr val="111111"/>
                </a:solidFill>
              </a:defRPr>
            </a:pPr>
            <a:r>
              <a:rPr sz="1200">
                <a:solidFill>
                  <a:srgbClr val="111111"/>
                </a:solidFill>
              </a:rPr>
              <a:t>流量计</a:t>
            </a:r>
            <a:endParaRPr sz="1200">
              <a:solidFill>
                <a:srgbClr val="111111"/>
              </a:solidFill>
            </a:endParaRPr>
          </a:p>
        </p:txBody>
      </p:sp>
      <p:sp>
        <p:nvSpPr>
          <p:cNvPr id="54" name="solenoid-valve"/>
          <p:cNvSpPr>
            <a:spLocks noGrp="1"/>
          </p:cNvSpPr>
          <p:nvPr/>
        </p:nvSpPr>
        <p:spPr>
          <a:xfrm>
            <a:off x="7219950" y="3476625"/>
            <a:ext cx="857250" cy="695325"/>
          </a:xfrm>
          <a:prstGeom prst="rect">
            <a:avLst/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200">
                <a:solidFill>
                  <a:srgbClr val="111111"/>
                </a:solidFill>
              </a:defRPr>
            </a:pPr>
            <a:r>
              <a:rPr sz="1200">
                <a:solidFill>
                  <a:srgbClr val="111111"/>
                </a:solidFill>
              </a:rPr>
              <a:t>电磁阀门</a:t>
            </a:r>
            <a:endParaRPr sz="1200">
              <a:solidFill>
                <a:srgbClr val="111111"/>
              </a:solidFill>
            </a:endParaRPr>
          </a:p>
        </p:txBody>
      </p:sp>
      <p:sp>
        <p:nvSpPr>
          <p:cNvPr id="55" name="main-controller"/>
          <p:cNvSpPr>
            <a:spLocks noGrp="1"/>
          </p:cNvSpPr>
          <p:nvPr/>
        </p:nvSpPr>
        <p:spPr>
          <a:xfrm>
            <a:off x="6696075" y="4762500"/>
            <a:ext cx="876300" cy="619125"/>
          </a:xfrm>
          <a:prstGeom prst="rect">
            <a:avLst/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275">
                <a:solidFill>
                  <a:srgbClr val="111111"/>
                </a:solidFill>
              </a:defRPr>
            </a:pPr>
            <a:r>
              <a:rPr sz="1275">
                <a:solidFill>
                  <a:srgbClr val="111111"/>
                </a:solidFill>
              </a:rPr>
              <a:t>主控制器</a:t>
            </a:r>
            <a:endParaRPr sz="1275">
              <a:solidFill>
                <a:srgbClr val="111111"/>
              </a:solidFill>
            </a:endParaRPr>
          </a:p>
        </p:txBody>
      </p:sp>
      <p:sp>
        <p:nvSpPr>
          <p:cNvPr id="56" name="controlled-heat"/>
          <p:cNvSpPr>
            <a:spLocks noGrp="1"/>
          </p:cNvSpPr>
          <p:nvPr/>
        </p:nvSpPr>
        <p:spPr>
          <a:xfrm>
            <a:off x="8201025" y="2381250"/>
            <a:ext cx="1162050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200">
                <a:solidFill>
                  <a:srgbClr val="111111"/>
                </a:solidFill>
              </a:defRPr>
            </a:pPr>
            <a:r>
              <a:rPr sz="1200">
                <a:solidFill>
                  <a:srgbClr val="111111"/>
                </a:solidFill>
              </a:rPr>
              <a:t>电控盒</a:t>
            </a:r>
            <a:endParaRPr sz="1200">
              <a:solidFill>
                <a:srgbClr val="111111"/>
              </a:solidFill>
            </a:endParaRPr>
          </a:p>
          <a:p>
            <a:pPr algn="ctr">
              <a:buNone/>
              <a:defRPr sz="1200">
                <a:solidFill>
                  <a:srgbClr val="111111"/>
                </a:solidFill>
              </a:defRPr>
            </a:pPr>
            <a:r>
              <a:rPr sz="1200">
                <a:solidFill>
                  <a:srgbClr val="111111"/>
                </a:solidFill>
              </a:rPr>
              <a:t>散热结构</a:t>
            </a:r>
            <a:endParaRPr sz="1200">
              <a:solidFill>
                <a:srgbClr val="111111"/>
              </a:solidFill>
            </a:endParaRPr>
          </a:p>
        </p:txBody>
      </p:sp>
      <p:sp>
        <p:nvSpPr>
          <p:cNvPr id="57" name="fan-module"/>
          <p:cNvSpPr>
            <a:spLocks noGrp="1"/>
          </p:cNvSpPr>
          <p:nvPr/>
        </p:nvSpPr>
        <p:spPr>
          <a:xfrm>
            <a:off x="8201025" y="3781425"/>
            <a:ext cx="1162050" cy="695325"/>
          </a:xfrm>
          <a:prstGeom prst="rect">
            <a:avLst/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275">
                <a:solidFill>
                  <a:srgbClr val="111111"/>
                </a:solidFill>
              </a:defRPr>
            </a:pPr>
            <a:r>
              <a:rPr sz="1275">
                <a:solidFill>
                  <a:srgbClr val="111111"/>
                </a:solidFill>
              </a:rPr>
              <a:t>风冷模块</a:t>
            </a:r>
            <a:endParaRPr sz="1275">
              <a:solidFill>
                <a:srgbClr val="11111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5" name="main-to-box-line"/>
          <p:cNvSpPr>
            <a:spLocks noGrp="1"/>
          </p:cNvSpPr>
          <p:nvPr/>
        </p:nvSpPr>
        <p:spPr>
          <a:xfrm>
            <a:off x="4762500" y="1314450"/>
            <a:ext cx="0" cy="590550"/>
          </a:xfrm>
          <a:prstGeom prst="line">
            <a:avLst/>
          </a:prstGeom>
          <a:noFill/>
          <a:ln w="28575">
            <a:solidFill>
              <a:srgbClr val="111111"/>
            </a:solidFill>
            <a:prstDash val="solid"/>
          </a:ln>
        </p:spPr>
      </p:sp>
      <p:sp>
        <p:nvSpPr>
          <p:cNvPr id="2" name="main-down-arrow"/>
          <p:cNvSpPr>
            <a:spLocks noGrp="1"/>
          </p:cNvSpPr>
          <p:nvPr/>
        </p:nvSpPr>
        <p:spPr>
          <a:xfrm>
            <a:off x="4648200" y="1685925"/>
            <a:ext cx="228600" cy="266700"/>
          </a:xfrm>
          <a:prstGeom prst="downArrow">
            <a:avLst/>
          </a:prstGeom>
          <a:solidFill>
            <a:srgbClr val="111111"/>
          </a:solidFill>
          <a:ln w="9525">
            <a:solidFill>
              <a:srgbClr val="111111"/>
            </a:solidFill>
            <a:prstDash val="solid"/>
          </a:ln>
        </p:spPr>
      </p:sp>
      <p:sp>
        <p:nvSpPr>
          <p:cNvPr id="3" name="main-up-arrow"/>
          <p:cNvSpPr>
            <a:spLocks noGrp="1"/>
          </p:cNvSpPr>
          <p:nvPr/>
        </p:nvSpPr>
        <p:spPr>
          <a:xfrm>
            <a:off x="4648200" y="1257300"/>
            <a:ext cx="228600" cy="266700"/>
          </a:xfrm>
          <a:prstGeom prst="upArrow">
            <a:avLst/>
          </a:prstGeom>
          <a:solidFill>
            <a:srgbClr val="111111"/>
          </a:solidFill>
          <a:ln w="9525">
            <a:solidFill>
              <a:srgbClr val="111111"/>
            </a:solidFill>
            <a:prstDash val="solid"/>
          </a:ln>
        </p:spPr>
      </p:sp>
      <p:sp>
        <p:nvSpPr>
          <p:cNvPr id="4" name="control-box-stem"/>
          <p:cNvSpPr>
            <a:spLocks noGrp="1"/>
          </p:cNvSpPr>
          <p:nvPr/>
        </p:nvSpPr>
        <p:spPr>
          <a:xfrm>
            <a:off x="4762500" y="2571750"/>
            <a:ext cx="0" cy="361950"/>
          </a:xfrm>
          <a:prstGeom prst="line">
            <a:avLst/>
          </a:prstGeom>
          <a:noFill/>
          <a:ln w="28575">
            <a:solidFill>
              <a:srgbClr val="111111"/>
            </a:solidFill>
            <a:prstDash val="solid"/>
          </a:ln>
        </p:spPr>
      </p:sp>
      <p:sp>
        <p:nvSpPr>
          <p:cNvPr id="5" name="control-bus"/>
          <p:cNvSpPr>
            <a:spLocks noGrp="1"/>
          </p:cNvSpPr>
          <p:nvPr/>
        </p:nvSpPr>
        <p:spPr>
          <a:xfrm>
            <a:off x="2238375" y="2933700"/>
            <a:ext cx="2524125" cy="0"/>
          </a:xfrm>
          <a:prstGeom prst="line">
            <a:avLst/>
          </a:prstGeom>
          <a:noFill/>
          <a:ln w="28575">
            <a:solidFill>
              <a:srgbClr val="111111"/>
            </a:solidFill>
            <a:prstDash val="solid"/>
          </a:ln>
        </p:spPr>
      </p:sp>
      <p:sp>
        <p:nvSpPr>
          <p:cNvPr id="6" name="control-left-drop"/>
          <p:cNvSpPr>
            <a:spLocks noGrp="1"/>
          </p:cNvSpPr>
          <p:nvPr/>
        </p:nvSpPr>
        <p:spPr>
          <a:xfrm>
            <a:off x="2238375" y="2933700"/>
            <a:ext cx="0" cy="295275"/>
          </a:xfrm>
          <a:prstGeom prst="line">
            <a:avLst/>
          </a:prstGeom>
          <a:noFill/>
          <a:ln w="28575">
            <a:solidFill>
              <a:srgbClr val="111111"/>
            </a:solidFill>
            <a:prstDash val="solid"/>
          </a:ln>
        </p:spPr>
      </p:sp>
      <p:sp>
        <p:nvSpPr>
          <p:cNvPr id="7" name="control-right-drop"/>
          <p:cNvSpPr>
            <a:spLocks noGrp="1"/>
          </p:cNvSpPr>
          <p:nvPr/>
        </p:nvSpPr>
        <p:spPr>
          <a:xfrm flipH="1" flipV="1">
            <a:off x="4763135" y="2893695"/>
            <a:ext cx="14605" cy="40005"/>
          </a:xfrm>
          <a:prstGeom prst="line">
            <a:avLst/>
          </a:prstGeom>
          <a:noFill/>
          <a:ln w="28575">
            <a:solidFill>
              <a:srgbClr val="111111"/>
            </a:solidFill>
            <a:prstDash val="solid"/>
          </a:ln>
        </p:spPr>
      </p:sp>
      <p:sp>
        <p:nvSpPr>
          <p:cNvPr id="8" name="control-left-corner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2124075" y="3086100"/>
            <a:ext cx="228600" cy="266700"/>
          </a:xfrm>
          <a:prstGeom prst="downArrow">
            <a:avLst/>
          </a:prstGeom>
          <a:solidFill>
            <a:srgbClr val="111111"/>
          </a:solidFill>
          <a:ln w="9525">
            <a:solidFill>
              <a:srgbClr val="111111"/>
            </a:solidFill>
            <a:prstDash val="solid"/>
          </a:ln>
        </p:spPr>
      </p:sp>
      <p:sp>
        <p:nvSpPr>
          <p:cNvPr id="9" name="control-group-top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781050" y="3219450"/>
            <a:ext cx="3048000" cy="0"/>
          </a:xfrm>
          <a:prstGeom prst="line">
            <a:avLst/>
          </a:prstGeom>
          <a:noFill/>
          <a:ln w="28575">
            <a:solidFill>
              <a:srgbClr val="111111"/>
            </a:solidFill>
            <a:prstDash val="solid"/>
          </a:ln>
        </p:spPr>
      </p:sp>
      <p:sp>
        <p:nvSpPr>
          <p:cNvPr id="10" name="control-group-left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781050" y="3219450"/>
            <a:ext cx="0" cy="190500"/>
          </a:xfrm>
          <a:prstGeom prst="line">
            <a:avLst/>
          </a:prstGeom>
          <a:noFill/>
          <a:ln w="28575">
            <a:solidFill>
              <a:srgbClr val="111111"/>
            </a:solidFill>
            <a:prstDash val="solid"/>
          </a:ln>
        </p:spPr>
      </p:sp>
      <p:sp>
        <p:nvSpPr>
          <p:cNvPr id="11" name="control-group-right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3829050" y="3219450"/>
            <a:ext cx="0" cy="190500"/>
          </a:xfrm>
          <a:prstGeom prst="line">
            <a:avLst/>
          </a:prstGeom>
          <a:noFill/>
          <a:ln w="28575">
            <a:solidFill>
              <a:srgbClr val="111111"/>
            </a:solidFill>
            <a:prstDash val="solid"/>
          </a:ln>
        </p:spPr>
      </p:sp>
      <p:sp>
        <p:nvSpPr>
          <p:cNvPr id="12" name="heater-command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781050" y="4000500"/>
            <a:ext cx="0" cy="342900"/>
          </a:xfrm>
          <a:prstGeom prst="line">
            <a:avLst/>
          </a:prstGeom>
          <a:noFill/>
          <a:ln w="28575">
            <a:solidFill>
              <a:srgbClr val="111111"/>
            </a:solidFill>
            <a:prstDash val="solid"/>
          </a:ln>
        </p:spPr>
      </p:sp>
      <p:sp>
        <p:nvSpPr>
          <p:cNvPr id="13" name="heater-command-arrow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666750" y="4219575"/>
            <a:ext cx="228600" cy="266700"/>
          </a:xfrm>
          <a:prstGeom prst="downArrow">
            <a:avLst/>
          </a:prstGeom>
          <a:solidFill>
            <a:srgbClr val="111111"/>
          </a:solidFill>
          <a:ln w="9525">
            <a:solidFill>
              <a:srgbClr val="111111"/>
            </a:solidFill>
            <a:prstDash val="solid"/>
          </a:ln>
        </p:spPr>
      </p:sp>
      <p:sp>
        <p:nvSpPr>
          <p:cNvPr id="14" name="hv-command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1828800" y="4000500"/>
            <a:ext cx="0" cy="342900"/>
          </a:xfrm>
          <a:prstGeom prst="line">
            <a:avLst/>
          </a:prstGeom>
          <a:noFill/>
          <a:ln w="28575">
            <a:solidFill>
              <a:srgbClr val="111111"/>
            </a:solidFill>
            <a:prstDash val="solid"/>
          </a:ln>
        </p:spPr>
      </p:sp>
      <p:sp>
        <p:nvSpPr>
          <p:cNvPr id="15" name="hv-command-arrow"/>
          <p:cNvSpPr>
            <a:spLocks noGrp="1"/>
          </p:cNvSpPr>
          <p:nvPr>
            <p:custDataLst>
              <p:tags r:id="rId8"/>
            </p:custDataLst>
          </p:nvPr>
        </p:nvSpPr>
        <p:spPr>
          <a:xfrm>
            <a:off x="1714500" y="4219575"/>
            <a:ext cx="228600" cy="266700"/>
          </a:xfrm>
          <a:prstGeom prst="downArrow">
            <a:avLst/>
          </a:prstGeom>
          <a:solidFill>
            <a:srgbClr val="111111"/>
          </a:solidFill>
          <a:ln w="9525">
            <a:solidFill>
              <a:srgbClr val="111111"/>
            </a:solidFill>
            <a:prstDash val="solid"/>
          </a:ln>
        </p:spPr>
      </p:sp>
      <p:sp>
        <p:nvSpPr>
          <p:cNvPr id="16" name="valve-command"/>
          <p:cNvSpPr>
            <a:spLocks noGrp="1"/>
          </p:cNvSpPr>
          <p:nvPr>
            <p:custDataLst>
              <p:tags r:id="rId9"/>
            </p:custDataLst>
          </p:nvPr>
        </p:nvSpPr>
        <p:spPr>
          <a:xfrm>
            <a:off x="2876550" y="4000500"/>
            <a:ext cx="0" cy="342900"/>
          </a:xfrm>
          <a:prstGeom prst="line">
            <a:avLst/>
          </a:prstGeom>
          <a:noFill/>
          <a:ln w="28575">
            <a:solidFill>
              <a:srgbClr val="111111"/>
            </a:solidFill>
            <a:prstDash val="solid"/>
          </a:ln>
        </p:spPr>
      </p:sp>
      <p:sp>
        <p:nvSpPr>
          <p:cNvPr id="17" name="valve-command-arrow"/>
          <p:cNvSpPr>
            <a:spLocks noGrp="1"/>
          </p:cNvSpPr>
          <p:nvPr>
            <p:custDataLst>
              <p:tags r:id="rId10"/>
            </p:custDataLst>
          </p:nvPr>
        </p:nvSpPr>
        <p:spPr>
          <a:xfrm>
            <a:off x="2762250" y="4219575"/>
            <a:ext cx="228600" cy="266700"/>
          </a:xfrm>
          <a:prstGeom prst="downArrow">
            <a:avLst/>
          </a:prstGeom>
          <a:solidFill>
            <a:srgbClr val="111111"/>
          </a:solidFill>
          <a:ln w="9525">
            <a:solidFill>
              <a:srgbClr val="111111"/>
            </a:solidFill>
            <a:prstDash val="solid"/>
          </a:ln>
        </p:spPr>
      </p:sp>
      <p:sp>
        <p:nvSpPr>
          <p:cNvPr id="18" name="proportion-command"/>
          <p:cNvSpPr>
            <a:spLocks noGrp="1"/>
          </p:cNvSpPr>
          <p:nvPr>
            <p:custDataLst>
              <p:tags r:id="rId11"/>
            </p:custDataLst>
          </p:nvPr>
        </p:nvSpPr>
        <p:spPr>
          <a:xfrm>
            <a:off x="3924300" y="4000500"/>
            <a:ext cx="0" cy="342900"/>
          </a:xfrm>
          <a:prstGeom prst="line">
            <a:avLst/>
          </a:prstGeom>
          <a:noFill/>
          <a:ln w="28575">
            <a:solidFill>
              <a:srgbClr val="111111"/>
            </a:solidFill>
            <a:prstDash val="solid"/>
          </a:ln>
        </p:spPr>
      </p:sp>
      <p:sp>
        <p:nvSpPr>
          <p:cNvPr id="19" name="proportion-command-arrow"/>
          <p:cNvSpPr>
            <a:spLocks noGrp="1"/>
          </p:cNvSpPr>
          <p:nvPr>
            <p:custDataLst>
              <p:tags r:id="rId12"/>
            </p:custDataLst>
          </p:nvPr>
        </p:nvSpPr>
        <p:spPr>
          <a:xfrm>
            <a:off x="3810000" y="4219575"/>
            <a:ext cx="228600" cy="266700"/>
          </a:xfrm>
          <a:prstGeom prst="downArrow">
            <a:avLst/>
          </a:prstGeom>
          <a:solidFill>
            <a:srgbClr val="111111"/>
          </a:solidFill>
          <a:ln w="9525">
            <a:solidFill>
              <a:srgbClr val="111111"/>
            </a:solidFill>
            <a:prstDash val="solid"/>
          </a:ln>
        </p:spPr>
      </p:sp>
      <p:sp>
        <p:nvSpPr>
          <p:cNvPr id="20" name="read-bus"/>
          <p:cNvSpPr>
            <a:spLocks noGrp="1"/>
          </p:cNvSpPr>
          <p:nvPr/>
        </p:nvSpPr>
        <p:spPr>
          <a:xfrm>
            <a:off x="4762500" y="2933700"/>
            <a:ext cx="2524125" cy="0"/>
          </a:xfrm>
          <a:prstGeom prst="line">
            <a:avLst/>
          </a:prstGeom>
          <a:noFill/>
          <a:ln w="28575">
            <a:solidFill>
              <a:srgbClr val="111111"/>
            </a:solidFill>
            <a:prstDash val="solid"/>
          </a:ln>
        </p:spPr>
      </p:sp>
      <p:sp>
        <p:nvSpPr>
          <p:cNvPr id="21" name="read-right-up"/>
          <p:cNvSpPr>
            <a:spLocks noGrp="1"/>
          </p:cNvSpPr>
          <p:nvPr/>
        </p:nvSpPr>
        <p:spPr>
          <a:xfrm>
            <a:off x="7286625" y="2933700"/>
            <a:ext cx="0" cy="295275"/>
          </a:xfrm>
          <a:prstGeom prst="line">
            <a:avLst/>
          </a:prstGeom>
          <a:noFill/>
          <a:ln w="28575">
            <a:solidFill>
              <a:srgbClr val="111111"/>
            </a:solidFill>
            <a:prstDash val="solid"/>
          </a:ln>
        </p:spPr>
      </p:sp>
      <p:sp>
        <p:nvSpPr>
          <p:cNvPr id="22" name="read-up-arrow"/>
          <p:cNvSpPr>
            <a:spLocks noGrp="1"/>
          </p:cNvSpPr>
          <p:nvPr>
            <p:custDataLst>
              <p:tags r:id="rId13"/>
            </p:custDataLst>
          </p:nvPr>
        </p:nvSpPr>
        <p:spPr>
          <a:xfrm>
            <a:off x="7172325" y="3086100"/>
            <a:ext cx="228600" cy="266700"/>
          </a:xfrm>
          <a:prstGeom prst="upArrow">
            <a:avLst/>
          </a:prstGeom>
          <a:solidFill>
            <a:srgbClr val="111111"/>
          </a:solidFill>
          <a:ln w="9525">
            <a:solidFill>
              <a:srgbClr val="111111"/>
            </a:solidFill>
            <a:prstDash val="solid"/>
          </a:ln>
        </p:spPr>
      </p:sp>
      <p:sp>
        <p:nvSpPr>
          <p:cNvPr id="23" name="read-group-top"/>
          <p:cNvSpPr>
            <a:spLocks noGrp="1"/>
          </p:cNvSpPr>
          <p:nvPr>
            <p:custDataLst>
              <p:tags r:id="rId14"/>
            </p:custDataLst>
          </p:nvPr>
        </p:nvSpPr>
        <p:spPr>
          <a:xfrm>
            <a:off x="5886450" y="3219450"/>
            <a:ext cx="3048000" cy="0"/>
          </a:xfrm>
          <a:prstGeom prst="line">
            <a:avLst/>
          </a:prstGeom>
          <a:noFill/>
          <a:ln w="28575">
            <a:solidFill>
              <a:srgbClr val="111111"/>
            </a:solidFill>
            <a:prstDash val="solid"/>
          </a:ln>
        </p:spPr>
      </p:sp>
      <p:sp>
        <p:nvSpPr>
          <p:cNvPr id="24" name="read-group-left"/>
          <p:cNvSpPr>
            <a:spLocks noGrp="1"/>
          </p:cNvSpPr>
          <p:nvPr>
            <p:custDataLst>
              <p:tags r:id="rId15"/>
            </p:custDataLst>
          </p:nvPr>
        </p:nvSpPr>
        <p:spPr>
          <a:xfrm>
            <a:off x="5886450" y="3219450"/>
            <a:ext cx="0" cy="190500"/>
          </a:xfrm>
          <a:prstGeom prst="line">
            <a:avLst/>
          </a:prstGeom>
          <a:noFill/>
          <a:ln w="28575">
            <a:solidFill>
              <a:srgbClr val="111111"/>
            </a:solidFill>
            <a:prstDash val="solid"/>
          </a:ln>
        </p:spPr>
      </p:sp>
      <p:sp>
        <p:nvSpPr>
          <p:cNvPr id="25" name="read-group-right"/>
          <p:cNvSpPr>
            <a:spLocks noGrp="1"/>
          </p:cNvSpPr>
          <p:nvPr/>
        </p:nvSpPr>
        <p:spPr>
          <a:xfrm>
            <a:off x="8934450" y="3219450"/>
            <a:ext cx="0" cy="190500"/>
          </a:xfrm>
          <a:prstGeom prst="line">
            <a:avLst/>
          </a:prstGeom>
          <a:noFill/>
          <a:ln w="28575">
            <a:solidFill>
              <a:srgbClr val="111111"/>
            </a:solidFill>
            <a:prstDash val="solid"/>
          </a:ln>
        </p:spPr>
      </p:sp>
      <p:sp>
        <p:nvSpPr>
          <p:cNvPr id="26" name="temperature-read"/>
          <p:cNvSpPr>
            <a:spLocks noGrp="1"/>
          </p:cNvSpPr>
          <p:nvPr>
            <p:custDataLst>
              <p:tags r:id="rId16"/>
            </p:custDataLst>
          </p:nvPr>
        </p:nvSpPr>
        <p:spPr>
          <a:xfrm>
            <a:off x="6267450" y="4343400"/>
            <a:ext cx="0" cy="342900"/>
          </a:xfrm>
          <a:prstGeom prst="line">
            <a:avLst/>
          </a:prstGeom>
          <a:noFill/>
          <a:ln w="28575">
            <a:solidFill>
              <a:srgbClr val="111111"/>
            </a:solidFill>
            <a:prstDash val="solid"/>
          </a:ln>
        </p:spPr>
      </p:sp>
      <p:sp>
        <p:nvSpPr>
          <p:cNvPr id="27" name="temperature-up"/>
          <p:cNvSpPr>
            <a:spLocks noGrp="1"/>
          </p:cNvSpPr>
          <p:nvPr>
            <p:custDataLst>
              <p:tags r:id="rId17"/>
            </p:custDataLst>
          </p:nvPr>
        </p:nvSpPr>
        <p:spPr>
          <a:xfrm>
            <a:off x="6153150" y="4000500"/>
            <a:ext cx="228600" cy="266700"/>
          </a:xfrm>
          <a:prstGeom prst="upArrow">
            <a:avLst/>
          </a:prstGeom>
          <a:solidFill>
            <a:srgbClr val="111111"/>
          </a:solidFill>
          <a:ln w="9525">
            <a:solidFill>
              <a:srgbClr val="111111"/>
            </a:solidFill>
            <a:prstDash val="solid"/>
          </a:ln>
        </p:spPr>
      </p:sp>
      <p:sp>
        <p:nvSpPr>
          <p:cNvPr id="28" name="flow-read"/>
          <p:cNvSpPr>
            <a:spLocks noGrp="1"/>
          </p:cNvSpPr>
          <p:nvPr>
            <p:custDataLst>
              <p:tags r:id="rId18"/>
            </p:custDataLst>
          </p:nvPr>
        </p:nvSpPr>
        <p:spPr>
          <a:xfrm>
            <a:off x="7315200" y="4343400"/>
            <a:ext cx="0" cy="342900"/>
          </a:xfrm>
          <a:prstGeom prst="line">
            <a:avLst/>
          </a:prstGeom>
          <a:noFill/>
          <a:ln w="28575">
            <a:solidFill>
              <a:srgbClr val="111111"/>
            </a:solidFill>
            <a:prstDash val="solid"/>
          </a:ln>
        </p:spPr>
      </p:sp>
      <p:sp>
        <p:nvSpPr>
          <p:cNvPr id="29" name="flow-up"/>
          <p:cNvSpPr>
            <a:spLocks noGrp="1"/>
          </p:cNvSpPr>
          <p:nvPr>
            <p:custDataLst>
              <p:tags r:id="rId19"/>
            </p:custDataLst>
          </p:nvPr>
        </p:nvSpPr>
        <p:spPr>
          <a:xfrm>
            <a:off x="7200900" y="4000500"/>
            <a:ext cx="228600" cy="266700"/>
          </a:xfrm>
          <a:prstGeom prst="upArrow">
            <a:avLst/>
          </a:prstGeom>
          <a:solidFill>
            <a:srgbClr val="111111"/>
          </a:solidFill>
          <a:ln w="9525">
            <a:solidFill>
              <a:srgbClr val="111111"/>
            </a:solidFill>
            <a:prstDash val="solid"/>
          </a:ln>
        </p:spPr>
      </p:sp>
      <p:sp>
        <p:nvSpPr>
          <p:cNvPr id="30" name="pressure-read"/>
          <p:cNvSpPr>
            <a:spLocks noGrp="1"/>
          </p:cNvSpPr>
          <p:nvPr>
            <p:custDataLst>
              <p:tags r:id="rId20"/>
            </p:custDataLst>
          </p:nvPr>
        </p:nvSpPr>
        <p:spPr>
          <a:xfrm>
            <a:off x="8362950" y="4343400"/>
            <a:ext cx="0" cy="342900"/>
          </a:xfrm>
          <a:prstGeom prst="line">
            <a:avLst/>
          </a:prstGeom>
          <a:noFill/>
          <a:ln w="28575">
            <a:solidFill>
              <a:srgbClr val="111111"/>
            </a:solidFill>
            <a:prstDash val="solid"/>
          </a:ln>
        </p:spPr>
      </p:sp>
      <p:sp>
        <p:nvSpPr>
          <p:cNvPr id="31" name="pressure-up"/>
          <p:cNvSpPr>
            <a:spLocks noGrp="1"/>
          </p:cNvSpPr>
          <p:nvPr>
            <p:custDataLst>
              <p:tags r:id="rId21"/>
            </p:custDataLst>
          </p:nvPr>
        </p:nvSpPr>
        <p:spPr>
          <a:xfrm>
            <a:off x="8248650" y="4000500"/>
            <a:ext cx="228600" cy="266700"/>
          </a:xfrm>
          <a:prstGeom prst="upArrow">
            <a:avLst/>
          </a:prstGeom>
          <a:solidFill>
            <a:srgbClr val="111111"/>
          </a:solidFill>
          <a:ln w="9525">
            <a:solidFill>
              <a:srgbClr val="111111"/>
            </a:solidFill>
            <a:prstDash val="solid"/>
          </a:ln>
        </p:spPr>
      </p:sp>
      <p:sp>
        <p:nvSpPr>
          <p:cNvPr id="32" name="diff-pressure-read"/>
          <p:cNvSpPr>
            <a:spLocks noGrp="1"/>
          </p:cNvSpPr>
          <p:nvPr/>
        </p:nvSpPr>
        <p:spPr>
          <a:xfrm>
            <a:off x="9124950" y="4343400"/>
            <a:ext cx="0" cy="342900"/>
          </a:xfrm>
          <a:prstGeom prst="line">
            <a:avLst/>
          </a:prstGeom>
          <a:noFill/>
          <a:ln w="28575">
            <a:solidFill>
              <a:srgbClr val="111111"/>
            </a:solidFill>
            <a:prstDash val="solid"/>
          </a:ln>
        </p:spPr>
      </p:sp>
      <p:sp>
        <p:nvSpPr>
          <p:cNvPr id="33" name="diff-pressure-up"/>
          <p:cNvSpPr>
            <a:spLocks noGrp="1"/>
          </p:cNvSpPr>
          <p:nvPr/>
        </p:nvSpPr>
        <p:spPr>
          <a:xfrm>
            <a:off x="9010650" y="4000500"/>
            <a:ext cx="228600" cy="266700"/>
          </a:xfrm>
          <a:prstGeom prst="upArrow">
            <a:avLst/>
          </a:prstGeom>
          <a:solidFill>
            <a:srgbClr val="111111"/>
          </a:solidFill>
          <a:ln w="9525">
            <a:solidFill>
              <a:srgbClr val="111111"/>
            </a:solidFill>
            <a:prstDash val="solid"/>
          </a:ln>
        </p:spPr>
      </p:sp>
      <p:sp>
        <p:nvSpPr>
          <p:cNvPr id="34" name="experiment-main-control"/>
          <p:cNvSpPr>
            <a:spLocks noGrp="1"/>
          </p:cNvSpPr>
          <p:nvPr/>
        </p:nvSpPr>
        <p:spPr>
          <a:xfrm>
            <a:off x="2476500" y="666750"/>
            <a:ext cx="4572000" cy="647700"/>
          </a:xfrm>
          <a:prstGeom prst="rect">
            <a:avLst/>
          </a:prstGeom>
          <a:solidFill>
            <a:srgbClr val="FFFFFF"/>
          </a:solidFill>
          <a:ln w="28575">
            <a:solidFill>
              <a:srgbClr val="111111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2025">
                <a:solidFill>
                  <a:srgbClr val="111111"/>
                </a:solidFill>
              </a:defRPr>
            </a:pPr>
            <a:r>
              <a:rPr sz="2025">
                <a:solidFill>
                  <a:srgbClr val="111111"/>
                </a:solidFill>
              </a:rPr>
              <a:t>实验主控单元</a:t>
            </a:r>
            <a:endParaRPr sz="2025">
              <a:solidFill>
                <a:srgbClr val="111111"/>
              </a:solidFill>
            </a:endParaRPr>
          </a:p>
        </p:txBody>
      </p:sp>
      <p:sp>
        <p:nvSpPr>
          <p:cNvPr id="35" name="experiment-electrical-box"/>
          <p:cNvSpPr>
            <a:spLocks noGrp="1"/>
          </p:cNvSpPr>
          <p:nvPr/>
        </p:nvSpPr>
        <p:spPr>
          <a:xfrm>
            <a:off x="2476500" y="1905000"/>
            <a:ext cx="4572000" cy="666750"/>
          </a:xfrm>
          <a:prstGeom prst="rect">
            <a:avLst/>
          </a:prstGeom>
          <a:solidFill>
            <a:srgbClr val="FFFFFF"/>
          </a:solidFill>
          <a:ln w="28575">
            <a:solidFill>
              <a:srgbClr val="111111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875">
                <a:solidFill>
                  <a:srgbClr val="111111"/>
                </a:solidFill>
              </a:defRPr>
            </a:pPr>
            <a:r>
              <a:rPr sz="1875">
                <a:solidFill>
                  <a:srgbClr val="111111"/>
                </a:solidFill>
              </a:rPr>
              <a:t>实验模块电控盒</a:t>
            </a:r>
            <a:endParaRPr sz="1875">
              <a:solidFill>
                <a:srgbClr val="111111"/>
              </a:solidFill>
            </a:endParaRPr>
          </a:p>
        </p:txBody>
      </p:sp>
      <p:sp>
        <p:nvSpPr>
          <p:cNvPr id="36" name="parameter-transfer-label"/>
          <p:cNvSpPr>
            <a:spLocks noGrp="1"/>
          </p:cNvSpPr>
          <p:nvPr/>
        </p:nvSpPr>
        <p:spPr>
          <a:xfrm>
            <a:off x="5095875" y="1381125"/>
            <a:ext cx="22383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725">
                <a:solidFill>
                  <a:srgbClr val="111111"/>
                </a:solidFill>
              </a:defRPr>
            </a:pPr>
            <a:r>
              <a:rPr sz="1725">
                <a:solidFill>
                  <a:srgbClr val="111111"/>
                </a:solidFill>
              </a:rPr>
              <a:t>传输指令及工参</a:t>
            </a:r>
            <a:endParaRPr sz="1725">
              <a:solidFill>
                <a:srgbClr val="111111"/>
              </a:solidFill>
            </a:endParaRPr>
          </a:p>
        </p:txBody>
      </p:sp>
      <p:sp>
        <p:nvSpPr>
          <p:cNvPr id="37" name="control-label"/>
          <p:cNvSpPr>
            <a:spLocks noGrp="1"/>
          </p:cNvSpPr>
          <p:nvPr/>
        </p:nvSpPr>
        <p:spPr>
          <a:xfrm>
            <a:off x="1381125" y="2838450"/>
            <a:ext cx="857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725">
                <a:solidFill>
                  <a:srgbClr val="111111"/>
                </a:solidFill>
              </a:defRPr>
            </a:pPr>
            <a:r>
              <a:rPr sz="1725">
                <a:solidFill>
                  <a:srgbClr val="111111"/>
                </a:solidFill>
              </a:rPr>
              <a:t>控制</a:t>
            </a:r>
            <a:endParaRPr sz="1725">
              <a:solidFill>
                <a:srgbClr val="111111"/>
              </a:solidFill>
            </a:endParaRPr>
          </a:p>
        </p:txBody>
      </p:sp>
      <p:sp>
        <p:nvSpPr>
          <p:cNvPr id="38" name="read-label"/>
          <p:cNvSpPr>
            <a:spLocks noGrp="1"/>
          </p:cNvSpPr>
          <p:nvPr/>
        </p:nvSpPr>
        <p:spPr>
          <a:xfrm>
            <a:off x="7286625" y="2838450"/>
            <a:ext cx="857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725">
                <a:solidFill>
                  <a:srgbClr val="111111"/>
                </a:solidFill>
              </a:defRPr>
            </a:pPr>
            <a:r>
              <a:rPr sz="1725">
                <a:solidFill>
                  <a:srgbClr val="111111"/>
                </a:solidFill>
              </a:rPr>
              <a:t>读取</a:t>
            </a:r>
            <a:endParaRPr sz="1725">
              <a:solidFill>
                <a:srgbClr val="111111"/>
              </a:solidFill>
            </a:endParaRPr>
          </a:p>
        </p:txBody>
      </p:sp>
      <p:sp>
        <p:nvSpPr>
          <p:cNvPr id="39" name="heater"/>
          <p:cNvSpPr>
            <a:spLocks noGrp="1"/>
          </p:cNvSpPr>
          <p:nvPr>
            <p:custDataLst>
              <p:tags r:id="rId22"/>
            </p:custDataLst>
          </p:nvPr>
        </p:nvSpPr>
        <p:spPr>
          <a:xfrm>
            <a:off x="342900" y="3409950"/>
            <a:ext cx="876300" cy="590550"/>
          </a:xfrm>
          <a:prstGeom prst="rect">
            <a:avLst/>
          </a:prstGeom>
          <a:solidFill>
            <a:srgbClr val="FFFFFF"/>
          </a:solidFill>
          <a:ln w="28575">
            <a:solidFill>
              <a:srgbClr val="111111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350">
                <a:solidFill>
                  <a:srgbClr val="111111"/>
                </a:solidFill>
              </a:defRPr>
            </a:pPr>
            <a:r>
              <a:rPr sz="1350">
                <a:solidFill>
                  <a:srgbClr val="111111"/>
                </a:solidFill>
              </a:rPr>
              <a:t>加热片</a:t>
            </a:r>
            <a:endParaRPr sz="1350">
              <a:solidFill>
                <a:srgbClr val="111111"/>
              </a:solidFill>
            </a:endParaRPr>
          </a:p>
        </p:txBody>
      </p:sp>
      <p:sp>
        <p:nvSpPr>
          <p:cNvPr id="40" name="high-voltage-device"/>
          <p:cNvSpPr>
            <a:spLocks noGrp="1"/>
          </p:cNvSpPr>
          <p:nvPr>
            <p:custDataLst>
              <p:tags r:id="rId23"/>
            </p:custDataLst>
          </p:nvPr>
        </p:nvSpPr>
        <p:spPr>
          <a:xfrm>
            <a:off x="1390650" y="3409950"/>
            <a:ext cx="876300" cy="590550"/>
          </a:xfrm>
          <a:prstGeom prst="rect">
            <a:avLst/>
          </a:prstGeom>
          <a:solidFill>
            <a:srgbClr val="FFFFFF"/>
          </a:solidFill>
          <a:ln w="28575">
            <a:solidFill>
              <a:srgbClr val="111111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350">
                <a:solidFill>
                  <a:srgbClr val="111111"/>
                </a:solidFill>
              </a:defRPr>
            </a:pPr>
            <a:r>
              <a:rPr sz="1350">
                <a:solidFill>
                  <a:srgbClr val="111111"/>
                </a:solidFill>
              </a:rPr>
              <a:t>高压装置</a:t>
            </a:r>
            <a:endParaRPr sz="1350">
              <a:solidFill>
                <a:srgbClr val="111111"/>
              </a:solidFill>
            </a:endParaRPr>
          </a:p>
        </p:txBody>
      </p:sp>
      <p:sp>
        <p:nvSpPr>
          <p:cNvPr id="41" name="normally-closed-valve"/>
          <p:cNvSpPr>
            <a:spLocks noGrp="1"/>
          </p:cNvSpPr>
          <p:nvPr>
            <p:custDataLst>
              <p:tags r:id="rId24"/>
            </p:custDataLst>
          </p:nvPr>
        </p:nvSpPr>
        <p:spPr>
          <a:xfrm>
            <a:off x="2438400" y="3409950"/>
            <a:ext cx="876300" cy="590550"/>
          </a:xfrm>
          <a:prstGeom prst="rect">
            <a:avLst/>
          </a:prstGeom>
          <a:solidFill>
            <a:srgbClr val="FFFFFF"/>
          </a:solidFill>
          <a:ln w="28575">
            <a:solidFill>
              <a:srgbClr val="111111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350">
                <a:solidFill>
                  <a:srgbClr val="111111"/>
                </a:solidFill>
              </a:defRPr>
            </a:pPr>
            <a:r>
              <a:rPr sz="1350">
                <a:solidFill>
                  <a:srgbClr val="111111"/>
                </a:solidFill>
              </a:rPr>
              <a:t>常闭阀</a:t>
            </a:r>
            <a:endParaRPr sz="1350">
              <a:solidFill>
                <a:srgbClr val="111111"/>
              </a:solidFill>
            </a:endParaRPr>
          </a:p>
        </p:txBody>
      </p:sp>
      <p:sp>
        <p:nvSpPr>
          <p:cNvPr id="42" name="proportional-valve"/>
          <p:cNvSpPr>
            <a:spLocks noGrp="1"/>
          </p:cNvSpPr>
          <p:nvPr>
            <p:custDataLst>
              <p:tags r:id="rId25"/>
            </p:custDataLst>
          </p:nvPr>
        </p:nvSpPr>
        <p:spPr>
          <a:xfrm>
            <a:off x="3486150" y="3409950"/>
            <a:ext cx="876300" cy="590550"/>
          </a:xfrm>
          <a:prstGeom prst="rect">
            <a:avLst/>
          </a:prstGeom>
          <a:solidFill>
            <a:srgbClr val="FFFFFF"/>
          </a:solidFill>
          <a:ln w="28575">
            <a:solidFill>
              <a:srgbClr val="111111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350">
                <a:solidFill>
                  <a:srgbClr val="111111"/>
                </a:solidFill>
              </a:defRPr>
            </a:pPr>
            <a:r>
              <a:rPr sz="1350">
                <a:solidFill>
                  <a:srgbClr val="111111"/>
                </a:solidFill>
              </a:rPr>
              <a:t>比例阀</a:t>
            </a:r>
            <a:endParaRPr sz="1350">
              <a:solidFill>
                <a:srgbClr val="111111"/>
              </a:solidFill>
            </a:endParaRPr>
          </a:p>
        </p:txBody>
      </p:sp>
      <p:sp>
        <p:nvSpPr>
          <p:cNvPr id="43" name="heater-code"/>
          <p:cNvSpPr>
            <a:spLocks noGrp="1"/>
          </p:cNvSpPr>
          <p:nvPr>
            <p:custDataLst>
              <p:tags r:id="rId26"/>
            </p:custDataLst>
          </p:nvPr>
        </p:nvSpPr>
        <p:spPr>
          <a:xfrm>
            <a:off x="342900" y="4686300"/>
            <a:ext cx="876300" cy="781050"/>
          </a:xfrm>
          <a:prstGeom prst="rect">
            <a:avLst/>
          </a:prstGeom>
          <a:solidFill>
            <a:srgbClr val="FFFFFF"/>
          </a:solidFill>
          <a:ln w="28575">
            <a:solidFill>
              <a:srgbClr val="111111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500">
                <a:solidFill>
                  <a:srgbClr val="111111"/>
                </a:solidFill>
              </a:defRPr>
            </a:pPr>
            <a:r>
              <a:rPr sz="1500">
                <a:solidFill>
                  <a:srgbClr val="111111"/>
                </a:solidFill>
              </a:rPr>
              <a:t>编号</a:t>
            </a:r>
            <a:endParaRPr sz="1500">
              <a:solidFill>
                <a:srgbClr val="111111"/>
              </a:solidFill>
            </a:endParaRPr>
          </a:p>
          <a:p>
            <a:pPr algn="ctr">
              <a:buNone/>
              <a:defRPr sz="1500">
                <a:solidFill>
                  <a:srgbClr val="111111"/>
                </a:solidFill>
              </a:defRPr>
            </a:pPr>
            <a:r>
              <a:rPr sz="1500">
                <a:solidFill>
                  <a:srgbClr val="111111"/>
                </a:solidFill>
              </a:rPr>
              <a:t>电压</a:t>
            </a:r>
            <a:endParaRPr sz="1500">
              <a:solidFill>
                <a:srgbClr val="111111"/>
              </a:solidFill>
            </a:endParaRPr>
          </a:p>
        </p:txBody>
      </p:sp>
      <p:sp>
        <p:nvSpPr>
          <p:cNvPr id="44" name="hv-code"/>
          <p:cNvSpPr>
            <a:spLocks noGrp="1"/>
          </p:cNvSpPr>
          <p:nvPr>
            <p:custDataLst>
              <p:tags r:id="rId27"/>
            </p:custDataLst>
          </p:nvPr>
        </p:nvSpPr>
        <p:spPr>
          <a:xfrm>
            <a:off x="1390650" y="4686300"/>
            <a:ext cx="876300" cy="781050"/>
          </a:xfrm>
          <a:prstGeom prst="rect">
            <a:avLst/>
          </a:prstGeom>
          <a:solidFill>
            <a:srgbClr val="FFFFFF"/>
          </a:solidFill>
          <a:ln w="28575">
            <a:solidFill>
              <a:srgbClr val="111111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500">
                <a:solidFill>
                  <a:srgbClr val="111111"/>
                </a:solidFill>
              </a:defRPr>
            </a:pPr>
            <a:r>
              <a:rPr sz="1500">
                <a:solidFill>
                  <a:srgbClr val="111111"/>
                </a:solidFill>
              </a:rPr>
              <a:t>编号</a:t>
            </a:r>
            <a:endParaRPr sz="1500">
              <a:solidFill>
                <a:srgbClr val="111111"/>
              </a:solidFill>
            </a:endParaRPr>
          </a:p>
          <a:p>
            <a:pPr algn="ctr">
              <a:buNone/>
              <a:defRPr sz="1500">
                <a:solidFill>
                  <a:srgbClr val="111111"/>
                </a:solidFill>
              </a:defRPr>
            </a:pPr>
            <a:r>
              <a:rPr sz="1500">
                <a:solidFill>
                  <a:srgbClr val="111111"/>
                </a:solidFill>
              </a:rPr>
              <a:t>电压</a:t>
            </a:r>
            <a:endParaRPr sz="1500">
              <a:solidFill>
                <a:srgbClr val="111111"/>
              </a:solidFill>
            </a:endParaRPr>
          </a:p>
        </p:txBody>
      </p:sp>
      <p:sp>
        <p:nvSpPr>
          <p:cNvPr id="45" name="closed-valve-code"/>
          <p:cNvSpPr>
            <a:spLocks noGrp="1"/>
          </p:cNvSpPr>
          <p:nvPr>
            <p:custDataLst>
              <p:tags r:id="rId28"/>
            </p:custDataLst>
          </p:nvPr>
        </p:nvSpPr>
        <p:spPr>
          <a:xfrm>
            <a:off x="2438400" y="4686300"/>
            <a:ext cx="876300" cy="781050"/>
          </a:xfrm>
          <a:prstGeom prst="rect">
            <a:avLst/>
          </a:prstGeom>
          <a:solidFill>
            <a:srgbClr val="FFFFFF"/>
          </a:solidFill>
          <a:ln w="28575">
            <a:solidFill>
              <a:srgbClr val="111111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500">
                <a:solidFill>
                  <a:srgbClr val="111111"/>
                </a:solidFill>
              </a:defRPr>
            </a:pPr>
            <a:r>
              <a:rPr sz="1500">
                <a:solidFill>
                  <a:srgbClr val="111111"/>
                </a:solidFill>
              </a:rPr>
              <a:t>编号</a:t>
            </a:r>
            <a:endParaRPr sz="1500">
              <a:solidFill>
                <a:srgbClr val="111111"/>
              </a:solidFill>
            </a:endParaRPr>
          </a:p>
          <a:p>
            <a:pPr algn="ctr">
              <a:buNone/>
              <a:defRPr sz="1500">
                <a:solidFill>
                  <a:srgbClr val="111111"/>
                </a:solidFill>
              </a:defRPr>
            </a:pPr>
            <a:r>
              <a:rPr sz="1500">
                <a:solidFill>
                  <a:srgbClr val="111111"/>
                </a:solidFill>
              </a:rPr>
              <a:t>开闭</a:t>
            </a:r>
            <a:endParaRPr sz="1500">
              <a:solidFill>
                <a:srgbClr val="111111"/>
              </a:solidFill>
            </a:endParaRPr>
          </a:p>
        </p:txBody>
      </p:sp>
      <p:sp>
        <p:nvSpPr>
          <p:cNvPr id="46" name="proportional-code"/>
          <p:cNvSpPr>
            <a:spLocks noGrp="1"/>
          </p:cNvSpPr>
          <p:nvPr>
            <p:custDataLst>
              <p:tags r:id="rId29"/>
            </p:custDataLst>
          </p:nvPr>
        </p:nvSpPr>
        <p:spPr>
          <a:xfrm>
            <a:off x="3486150" y="4686300"/>
            <a:ext cx="876300" cy="781050"/>
          </a:xfrm>
          <a:prstGeom prst="rect">
            <a:avLst/>
          </a:prstGeom>
          <a:solidFill>
            <a:srgbClr val="FFFFFF"/>
          </a:solidFill>
          <a:ln w="28575">
            <a:solidFill>
              <a:srgbClr val="111111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500">
                <a:solidFill>
                  <a:srgbClr val="111111"/>
                </a:solidFill>
              </a:defRPr>
            </a:pPr>
            <a:r>
              <a:rPr sz="1500">
                <a:solidFill>
                  <a:srgbClr val="111111"/>
                </a:solidFill>
              </a:rPr>
              <a:t>编号</a:t>
            </a:r>
            <a:endParaRPr sz="1500">
              <a:solidFill>
                <a:srgbClr val="111111"/>
              </a:solidFill>
            </a:endParaRPr>
          </a:p>
          <a:p>
            <a:pPr algn="ctr">
              <a:buNone/>
              <a:defRPr sz="1500">
                <a:solidFill>
                  <a:srgbClr val="111111"/>
                </a:solidFill>
              </a:defRPr>
            </a:pPr>
            <a:r>
              <a:rPr sz="1500">
                <a:solidFill>
                  <a:srgbClr val="111111"/>
                </a:solidFill>
              </a:rPr>
              <a:t>开度</a:t>
            </a:r>
            <a:endParaRPr sz="1500">
              <a:solidFill>
                <a:srgbClr val="111111"/>
              </a:solidFill>
            </a:endParaRPr>
          </a:p>
        </p:txBody>
      </p:sp>
      <p:sp>
        <p:nvSpPr>
          <p:cNvPr id="47" name="thermocouple"/>
          <p:cNvSpPr>
            <a:spLocks noGrp="1"/>
          </p:cNvSpPr>
          <p:nvPr>
            <p:custDataLst>
              <p:tags r:id="rId30"/>
            </p:custDataLst>
          </p:nvPr>
        </p:nvSpPr>
        <p:spPr>
          <a:xfrm>
            <a:off x="5829300" y="3409950"/>
            <a:ext cx="876300" cy="590550"/>
          </a:xfrm>
          <a:prstGeom prst="rect">
            <a:avLst/>
          </a:prstGeom>
          <a:solidFill>
            <a:srgbClr val="FFFFFF"/>
          </a:solidFill>
          <a:ln w="28575">
            <a:solidFill>
              <a:srgbClr val="111111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350">
                <a:solidFill>
                  <a:srgbClr val="111111"/>
                </a:solidFill>
              </a:defRPr>
            </a:pPr>
            <a:r>
              <a:rPr sz="1350">
                <a:solidFill>
                  <a:srgbClr val="111111"/>
                </a:solidFill>
              </a:rPr>
              <a:t>热电偶</a:t>
            </a:r>
            <a:endParaRPr sz="1350">
              <a:solidFill>
                <a:srgbClr val="111111"/>
              </a:solidFill>
            </a:endParaRPr>
          </a:p>
        </p:txBody>
      </p:sp>
      <p:sp>
        <p:nvSpPr>
          <p:cNvPr id="48" name="flowmeter"/>
          <p:cNvSpPr>
            <a:spLocks noGrp="1"/>
          </p:cNvSpPr>
          <p:nvPr>
            <p:custDataLst>
              <p:tags r:id="rId31"/>
            </p:custDataLst>
          </p:nvPr>
        </p:nvSpPr>
        <p:spPr>
          <a:xfrm>
            <a:off x="6877050" y="3409950"/>
            <a:ext cx="876300" cy="590550"/>
          </a:xfrm>
          <a:prstGeom prst="rect">
            <a:avLst/>
          </a:prstGeom>
          <a:solidFill>
            <a:srgbClr val="FFFFFF"/>
          </a:solidFill>
          <a:ln w="28575">
            <a:solidFill>
              <a:srgbClr val="111111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350">
                <a:solidFill>
                  <a:srgbClr val="111111"/>
                </a:solidFill>
              </a:defRPr>
            </a:pPr>
            <a:r>
              <a:rPr sz="1350">
                <a:solidFill>
                  <a:srgbClr val="111111"/>
                </a:solidFill>
              </a:rPr>
              <a:t>流量计</a:t>
            </a:r>
            <a:endParaRPr sz="1350">
              <a:solidFill>
                <a:srgbClr val="111111"/>
              </a:solidFill>
            </a:endParaRPr>
          </a:p>
        </p:txBody>
      </p:sp>
      <p:sp>
        <p:nvSpPr>
          <p:cNvPr id="49" name="pressure-gauge"/>
          <p:cNvSpPr>
            <a:spLocks noGrp="1"/>
          </p:cNvSpPr>
          <p:nvPr>
            <p:custDataLst>
              <p:tags r:id="rId32"/>
            </p:custDataLst>
          </p:nvPr>
        </p:nvSpPr>
        <p:spPr>
          <a:xfrm>
            <a:off x="7924800" y="3409950"/>
            <a:ext cx="876300" cy="590550"/>
          </a:xfrm>
          <a:prstGeom prst="rect">
            <a:avLst/>
          </a:prstGeom>
          <a:solidFill>
            <a:srgbClr val="FFFFFF"/>
          </a:solidFill>
          <a:ln w="28575">
            <a:solidFill>
              <a:srgbClr val="111111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350">
                <a:solidFill>
                  <a:srgbClr val="111111"/>
                </a:solidFill>
              </a:defRPr>
            </a:pPr>
            <a:r>
              <a:rPr sz="1350">
                <a:solidFill>
                  <a:srgbClr val="111111"/>
                </a:solidFill>
              </a:rPr>
              <a:t>压力计</a:t>
            </a:r>
            <a:endParaRPr sz="1350">
              <a:solidFill>
                <a:srgbClr val="111111"/>
              </a:solidFill>
            </a:endParaRPr>
          </a:p>
        </p:txBody>
      </p:sp>
      <p:sp>
        <p:nvSpPr>
          <p:cNvPr id="50" name="differential-gauge"/>
          <p:cNvSpPr>
            <a:spLocks noGrp="1"/>
          </p:cNvSpPr>
          <p:nvPr/>
        </p:nvSpPr>
        <p:spPr>
          <a:xfrm>
            <a:off x="8820150" y="3409950"/>
            <a:ext cx="609600" cy="590550"/>
          </a:xfrm>
          <a:prstGeom prst="rect">
            <a:avLst/>
          </a:prstGeom>
          <a:solidFill>
            <a:srgbClr val="FFFFFF"/>
          </a:solidFill>
          <a:ln w="28575">
            <a:solidFill>
              <a:srgbClr val="111111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050">
                <a:solidFill>
                  <a:srgbClr val="111111"/>
                </a:solidFill>
              </a:defRPr>
            </a:pPr>
            <a:r>
              <a:rPr sz="1050">
                <a:solidFill>
                  <a:srgbClr val="111111"/>
                </a:solidFill>
              </a:rPr>
              <a:t>差压计</a:t>
            </a:r>
            <a:endParaRPr sz="1050">
              <a:solidFill>
                <a:srgbClr val="111111"/>
              </a:solidFill>
            </a:endParaRPr>
          </a:p>
        </p:txBody>
      </p:sp>
      <p:sp>
        <p:nvSpPr>
          <p:cNvPr id="51" name="temperature-value"/>
          <p:cNvSpPr>
            <a:spLocks noGrp="1"/>
          </p:cNvSpPr>
          <p:nvPr>
            <p:custDataLst>
              <p:tags r:id="rId33"/>
            </p:custDataLst>
          </p:nvPr>
        </p:nvSpPr>
        <p:spPr>
          <a:xfrm>
            <a:off x="5829300" y="4686300"/>
            <a:ext cx="876300" cy="781050"/>
          </a:xfrm>
          <a:prstGeom prst="rect">
            <a:avLst/>
          </a:prstGeom>
          <a:solidFill>
            <a:srgbClr val="FFFFFF"/>
          </a:solidFill>
          <a:ln w="28575">
            <a:solidFill>
              <a:srgbClr val="111111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500">
                <a:solidFill>
                  <a:srgbClr val="111111"/>
                </a:solidFill>
              </a:defRPr>
            </a:pPr>
            <a:r>
              <a:rPr sz="1500">
                <a:solidFill>
                  <a:srgbClr val="111111"/>
                </a:solidFill>
              </a:rPr>
              <a:t>温度</a:t>
            </a:r>
            <a:endParaRPr sz="1500">
              <a:solidFill>
                <a:srgbClr val="111111"/>
              </a:solidFill>
            </a:endParaRPr>
          </a:p>
        </p:txBody>
      </p:sp>
      <p:sp>
        <p:nvSpPr>
          <p:cNvPr id="52" name="flow-value"/>
          <p:cNvSpPr>
            <a:spLocks noGrp="1"/>
          </p:cNvSpPr>
          <p:nvPr>
            <p:custDataLst>
              <p:tags r:id="rId34"/>
            </p:custDataLst>
          </p:nvPr>
        </p:nvSpPr>
        <p:spPr>
          <a:xfrm>
            <a:off x="6877050" y="4686300"/>
            <a:ext cx="876300" cy="781050"/>
          </a:xfrm>
          <a:prstGeom prst="rect">
            <a:avLst/>
          </a:prstGeom>
          <a:solidFill>
            <a:srgbClr val="FFFFFF"/>
          </a:solidFill>
          <a:ln w="28575">
            <a:solidFill>
              <a:srgbClr val="111111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500">
                <a:solidFill>
                  <a:srgbClr val="111111"/>
                </a:solidFill>
              </a:defRPr>
            </a:pPr>
            <a:r>
              <a:rPr sz="1500">
                <a:solidFill>
                  <a:srgbClr val="111111"/>
                </a:solidFill>
              </a:rPr>
              <a:t>流量</a:t>
            </a:r>
            <a:endParaRPr sz="1500">
              <a:solidFill>
                <a:srgbClr val="111111"/>
              </a:solidFill>
            </a:endParaRPr>
          </a:p>
        </p:txBody>
      </p:sp>
      <p:sp>
        <p:nvSpPr>
          <p:cNvPr id="53" name="pressure-value"/>
          <p:cNvSpPr>
            <a:spLocks noGrp="1"/>
          </p:cNvSpPr>
          <p:nvPr>
            <p:custDataLst>
              <p:tags r:id="rId35"/>
            </p:custDataLst>
          </p:nvPr>
        </p:nvSpPr>
        <p:spPr>
          <a:xfrm>
            <a:off x="7924800" y="4686300"/>
            <a:ext cx="876300" cy="781050"/>
          </a:xfrm>
          <a:prstGeom prst="rect">
            <a:avLst/>
          </a:prstGeom>
          <a:solidFill>
            <a:srgbClr val="FFFFFF"/>
          </a:solidFill>
          <a:ln w="28575">
            <a:solidFill>
              <a:srgbClr val="111111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500">
                <a:solidFill>
                  <a:srgbClr val="111111"/>
                </a:solidFill>
              </a:defRPr>
            </a:pPr>
            <a:r>
              <a:rPr sz="1500">
                <a:solidFill>
                  <a:srgbClr val="111111"/>
                </a:solidFill>
              </a:rPr>
              <a:t>压力</a:t>
            </a:r>
            <a:endParaRPr sz="1500">
              <a:solidFill>
                <a:srgbClr val="111111"/>
              </a:solidFill>
            </a:endParaRPr>
          </a:p>
        </p:txBody>
      </p:sp>
      <p:sp>
        <p:nvSpPr>
          <p:cNvPr id="54" name="differential-value"/>
          <p:cNvSpPr>
            <a:spLocks noGrp="1"/>
          </p:cNvSpPr>
          <p:nvPr/>
        </p:nvSpPr>
        <p:spPr>
          <a:xfrm>
            <a:off x="8820150" y="4686300"/>
            <a:ext cx="609600" cy="781050"/>
          </a:xfrm>
          <a:prstGeom prst="rect">
            <a:avLst/>
          </a:prstGeom>
          <a:solidFill>
            <a:srgbClr val="FFFFFF"/>
          </a:solidFill>
          <a:ln w="28575">
            <a:solidFill>
              <a:srgbClr val="111111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500">
                <a:solidFill>
                  <a:srgbClr val="111111"/>
                </a:solidFill>
              </a:defRPr>
            </a:pPr>
            <a:r>
              <a:rPr sz="1500">
                <a:solidFill>
                  <a:srgbClr val="111111"/>
                </a:solidFill>
              </a:rPr>
              <a:t>压差</a:t>
            </a:r>
            <a:endParaRPr sz="1500">
              <a:solidFill>
                <a:srgbClr val="11111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1" name="supply-to-switch"/>
          <p:cNvSpPr>
            <a:spLocks noGrp="1"/>
          </p:cNvSpPr>
          <p:nvPr/>
        </p:nvSpPr>
        <p:spPr>
          <a:xfrm>
            <a:off x="2667000" y="3667125"/>
            <a:ext cx="952500" cy="0"/>
          </a:xfrm>
          <a:prstGeom prst="line">
            <a:avLst/>
          </a:prstGeom>
          <a:noFill/>
          <a:ln w="28575">
            <a:solidFill>
              <a:srgbClr val="111111"/>
            </a:solidFill>
            <a:prstDash val="solid"/>
            <a:tailEnd type="triangle"/>
          </a:ln>
        </p:spPr>
      </p:sp>
      <p:sp>
        <p:nvSpPr>
          <p:cNvPr id="3" name="switch-to-clamp"/>
          <p:cNvSpPr>
            <a:spLocks noGrp="1"/>
          </p:cNvSpPr>
          <p:nvPr/>
        </p:nvSpPr>
        <p:spPr>
          <a:xfrm>
            <a:off x="4953000" y="3667125"/>
            <a:ext cx="809625" cy="0"/>
          </a:xfrm>
          <a:prstGeom prst="line">
            <a:avLst/>
          </a:prstGeom>
          <a:noFill/>
          <a:ln w="28575">
            <a:solidFill>
              <a:srgbClr val="111111"/>
            </a:solidFill>
            <a:prstDash val="solid"/>
            <a:tailEnd type="triangle"/>
          </a:ln>
        </p:spPr>
      </p:sp>
      <p:sp>
        <p:nvSpPr>
          <p:cNvPr id="5" name="clamp-to-module"/>
          <p:cNvSpPr>
            <a:spLocks noGrp="1"/>
          </p:cNvSpPr>
          <p:nvPr/>
        </p:nvSpPr>
        <p:spPr>
          <a:xfrm>
            <a:off x="6005830" y="3667125"/>
            <a:ext cx="1233170" cy="635"/>
          </a:xfrm>
          <a:prstGeom prst="line">
            <a:avLst/>
          </a:prstGeom>
          <a:noFill/>
          <a:ln w="28575">
            <a:solidFill>
              <a:srgbClr val="111111"/>
            </a:solidFill>
            <a:prstDash val="solid"/>
            <a:tailEnd type="triangle"/>
          </a:ln>
        </p:spPr>
      </p:sp>
      <p:sp>
        <p:nvSpPr>
          <p:cNvPr id="7" name="return-main"/>
          <p:cNvSpPr>
            <a:spLocks noGrp="1"/>
          </p:cNvSpPr>
          <p:nvPr/>
        </p:nvSpPr>
        <p:spPr>
          <a:xfrm>
            <a:off x="2667000" y="5048250"/>
            <a:ext cx="4572000" cy="0"/>
          </a:xfrm>
          <a:prstGeom prst="line">
            <a:avLst/>
          </a:prstGeom>
          <a:noFill/>
          <a:ln w="28575">
            <a:solidFill>
              <a:srgbClr val="111111"/>
            </a:solidFill>
            <a:prstDash val="solid"/>
            <a:headEnd type="triangle"/>
          </a:ln>
        </p:spPr>
      </p:sp>
      <p:sp>
        <p:nvSpPr>
          <p:cNvPr id="9" name="module-return-down"/>
          <p:cNvSpPr>
            <a:spLocks noGrp="1"/>
          </p:cNvSpPr>
          <p:nvPr/>
        </p:nvSpPr>
        <p:spPr>
          <a:xfrm>
            <a:off x="7239000" y="3667125"/>
            <a:ext cx="0" cy="1381125"/>
          </a:xfrm>
          <a:prstGeom prst="line">
            <a:avLst/>
          </a:prstGeom>
          <a:noFill/>
          <a:ln w="28575">
            <a:solidFill>
              <a:srgbClr val="111111"/>
            </a:solidFill>
            <a:prstDash val="solid"/>
          </a:ln>
        </p:spPr>
      </p:sp>
      <p:sp>
        <p:nvSpPr>
          <p:cNvPr id="10" name="instrument-down"/>
          <p:cNvSpPr>
            <a:spLocks noGrp="1"/>
          </p:cNvSpPr>
          <p:nvPr/>
        </p:nvSpPr>
        <p:spPr>
          <a:xfrm>
            <a:off x="4476750" y="1809750"/>
            <a:ext cx="0" cy="1428750"/>
          </a:xfrm>
          <a:prstGeom prst="line">
            <a:avLst/>
          </a:prstGeom>
          <a:noFill/>
          <a:ln w="28575">
            <a:solidFill>
              <a:srgbClr val="111111"/>
            </a:solidFill>
            <a:prstDash val="solid"/>
          </a:ln>
        </p:spPr>
      </p:sp>
      <p:sp>
        <p:nvSpPr>
          <p:cNvPr id="11" name="instrument-horizontal"/>
          <p:cNvSpPr>
            <a:spLocks noGrp="1"/>
          </p:cNvSpPr>
          <p:nvPr/>
        </p:nvSpPr>
        <p:spPr>
          <a:xfrm>
            <a:off x="5036185" y="1310005"/>
            <a:ext cx="808355" cy="635"/>
          </a:xfrm>
          <a:prstGeom prst="line">
            <a:avLst/>
          </a:prstGeom>
          <a:noFill/>
          <a:ln w="28575">
            <a:solidFill>
              <a:srgbClr val="111111"/>
            </a:solidFill>
            <a:prstDash val="solid"/>
            <a:headEnd type="triangle"/>
          </a:ln>
        </p:spPr>
      </p:sp>
      <p:sp>
        <p:nvSpPr>
          <p:cNvPr id="12" name="clamp-branch"/>
          <p:cNvSpPr>
            <a:spLocks noGrp="1"/>
          </p:cNvSpPr>
          <p:nvPr/>
        </p:nvSpPr>
        <p:spPr>
          <a:xfrm>
            <a:off x="5855335" y="1310005"/>
            <a:ext cx="5715" cy="1833245"/>
          </a:xfrm>
          <a:prstGeom prst="line">
            <a:avLst/>
          </a:prstGeom>
          <a:noFill/>
          <a:ln w="28575">
            <a:solidFill>
              <a:srgbClr val="111111"/>
            </a:solidFill>
            <a:prstDash val="solid"/>
          </a:ln>
        </p:spPr>
      </p:sp>
      <p:sp>
        <p:nvSpPr>
          <p:cNvPr id="14" name="power-supply"/>
          <p:cNvSpPr>
            <a:spLocks noGrp="1"/>
          </p:cNvSpPr>
          <p:nvPr/>
        </p:nvSpPr>
        <p:spPr>
          <a:xfrm>
            <a:off x="381000" y="3143250"/>
            <a:ext cx="2286000" cy="1905000"/>
          </a:xfrm>
          <a:prstGeom prst="rect">
            <a:avLst/>
          </a:prstGeom>
          <a:solidFill>
            <a:srgbClr val="FFFFFF"/>
          </a:solidFill>
          <a:ln w="28575">
            <a:solidFill>
              <a:srgbClr val="111111"/>
            </a:solidFill>
            <a:prstDash val="solid"/>
          </a:ln>
        </p:spPr>
        <p:txBody>
          <a:bodyPr anchor="ctr"/>
          <a:lstStyle/>
          <a:p>
            <a:pPr algn="ctr">
              <a:defRPr sz="2100">
                <a:solidFill>
                  <a:srgbClr val="111111"/>
                </a:solidFill>
              </a:defRPr>
            </a:pPr>
            <a:r>
              <a:rPr sz="2100">
                <a:solidFill>
                  <a:srgbClr val="111111"/>
                </a:solidFill>
              </a:rPr>
              <a:t>供电电源</a:t>
            </a:r>
            <a:endParaRPr sz="2100">
              <a:solidFill>
                <a:srgbClr val="111111"/>
              </a:solidFill>
            </a:endParaRPr>
          </a:p>
        </p:txBody>
      </p:sp>
      <p:sp>
        <p:nvSpPr>
          <p:cNvPr id="15" name="air-switch"/>
          <p:cNvSpPr>
            <a:spLocks noGrp="1"/>
          </p:cNvSpPr>
          <p:nvPr/>
        </p:nvSpPr>
        <p:spPr>
          <a:xfrm>
            <a:off x="3619500" y="3143250"/>
            <a:ext cx="1333500" cy="1047750"/>
          </a:xfrm>
          <a:prstGeom prst="rect">
            <a:avLst/>
          </a:prstGeom>
          <a:solidFill>
            <a:srgbClr val="FFFFFF"/>
          </a:solidFill>
          <a:ln w="28575">
            <a:solidFill>
              <a:srgbClr val="111111"/>
            </a:solidFill>
            <a:prstDash val="solid"/>
          </a:ln>
        </p:spPr>
        <p:txBody>
          <a:bodyPr anchor="ctr"/>
          <a:lstStyle/>
          <a:p>
            <a:pPr algn="ctr">
              <a:defRPr sz="1800">
                <a:solidFill>
                  <a:srgbClr val="111111"/>
                </a:solidFill>
              </a:defRPr>
            </a:pPr>
            <a:r>
              <a:rPr sz="1800">
                <a:solidFill>
                  <a:srgbClr val="111111"/>
                </a:solidFill>
              </a:rPr>
              <a:t>空气开关</a:t>
            </a:r>
            <a:endParaRPr sz="1800">
              <a:solidFill>
                <a:srgbClr val="111111"/>
              </a:solidFill>
            </a:endParaRPr>
          </a:p>
        </p:txBody>
      </p:sp>
      <p:sp>
        <p:nvSpPr>
          <p:cNvPr id="16" name="boiling-module"/>
          <p:cNvSpPr>
            <a:spLocks noGrp="1"/>
          </p:cNvSpPr>
          <p:nvPr/>
        </p:nvSpPr>
        <p:spPr>
          <a:xfrm>
            <a:off x="7239000" y="3143250"/>
            <a:ext cx="1905000" cy="1905000"/>
          </a:xfrm>
          <a:prstGeom prst="rect">
            <a:avLst/>
          </a:prstGeom>
          <a:solidFill>
            <a:srgbClr val="FFFFFF"/>
          </a:solidFill>
          <a:ln w="28575">
            <a:solidFill>
              <a:srgbClr val="111111"/>
            </a:solidFill>
            <a:prstDash val="solid"/>
          </a:ln>
        </p:spPr>
        <p:txBody>
          <a:bodyPr anchor="ctr"/>
          <a:lstStyle/>
          <a:p>
            <a:pPr algn="ctr">
              <a:defRPr sz="1800">
                <a:solidFill>
                  <a:srgbClr val="111111"/>
                </a:solidFill>
              </a:defRPr>
            </a:pPr>
            <a:r>
              <a:rPr lang="zh-CN" altLang="en-US" sz="1800">
                <a:solidFill>
                  <a:srgbClr val="111111"/>
                </a:solidFill>
              </a:rPr>
              <a:t>新型无泵式沸腾散热实验模块</a:t>
            </a:r>
            <a:endParaRPr lang="zh-CN" altLang="en-US" sz="1800">
              <a:solidFill>
                <a:srgbClr val="111111"/>
              </a:solidFill>
            </a:endParaRPr>
          </a:p>
        </p:txBody>
      </p:sp>
      <p:sp>
        <p:nvSpPr>
          <p:cNvPr id="17" name="oscilloscope-clamp"/>
          <p:cNvSpPr>
            <a:spLocks noGrp="1"/>
          </p:cNvSpPr>
          <p:nvPr/>
        </p:nvSpPr>
        <p:spPr>
          <a:xfrm>
            <a:off x="3190875" y="809625"/>
            <a:ext cx="1809750" cy="1000125"/>
          </a:xfrm>
          <a:prstGeom prst="rect">
            <a:avLst/>
          </a:prstGeom>
          <a:solidFill>
            <a:srgbClr val="FFFFFF"/>
          </a:solidFill>
          <a:ln w="28575">
            <a:solidFill>
              <a:srgbClr val="111111"/>
            </a:solidFill>
            <a:prstDash val="solid"/>
          </a:ln>
        </p:spPr>
        <p:txBody>
          <a:bodyPr anchor="ctr"/>
          <a:lstStyle/>
          <a:p>
            <a:pPr algn="ctr">
              <a:defRPr sz="1725">
                <a:solidFill>
                  <a:srgbClr val="111111"/>
                </a:solidFill>
              </a:defRPr>
            </a:pPr>
            <a:r>
              <a:rPr sz="1725">
                <a:solidFill>
                  <a:srgbClr val="111111"/>
                </a:solidFill>
              </a:rPr>
              <a:t>示波器＋</a:t>
            </a:r>
            <a:endParaRPr sz="1725">
              <a:solidFill>
                <a:srgbClr val="111111"/>
              </a:solidFill>
            </a:endParaRPr>
          </a:p>
          <a:p>
            <a:pPr algn="ctr">
              <a:defRPr sz="1725">
                <a:solidFill>
                  <a:srgbClr val="111111"/>
                </a:solidFill>
              </a:defRPr>
            </a:pPr>
            <a:r>
              <a:rPr sz="1725">
                <a:solidFill>
                  <a:srgbClr val="111111"/>
                </a:solidFill>
              </a:rPr>
              <a:t>电流钳</a:t>
            </a:r>
            <a:endParaRPr sz="1725">
              <a:solidFill>
                <a:srgbClr val="111111"/>
              </a:solidFill>
            </a:endParaRPr>
          </a:p>
        </p:txBody>
      </p:sp>
      <p:sp>
        <p:nvSpPr>
          <p:cNvPr id="18" name="current-clamp-ring"/>
          <p:cNvSpPr>
            <a:spLocks noGrp="1"/>
          </p:cNvSpPr>
          <p:nvPr/>
        </p:nvSpPr>
        <p:spPr>
          <a:xfrm>
            <a:off x="5715000" y="3143250"/>
            <a:ext cx="285750" cy="1000125"/>
          </a:xfrm>
          <a:prstGeom prst="ellipse">
            <a:avLst/>
          </a:prstGeom>
          <a:solidFill>
            <a:srgbClr val="FFFFFF"/>
          </a:solidFill>
          <a:ln w="28575">
            <a:solidFill>
              <a:srgbClr val="111111"/>
            </a:solidFill>
            <a:prstDash val="solid"/>
          </a:ln>
        </p:spPr>
      </p:sp>
      <p:sp>
        <p:nvSpPr>
          <p:cNvPr id="19" name="positive-100v"/>
          <p:cNvSpPr>
            <a:spLocks noGrp="1"/>
          </p:cNvSpPr>
          <p:nvPr/>
        </p:nvSpPr>
        <p:spPr>
          <a:xfrm>
            <a:off x="3465830" y="2493010"/>
            <a:ext cx="1238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800">
                <a:solidFill>
                  <a:srgbClr val="111111"/>
                </a:solidFill>
              </a:defRPr>
            </a:pPr>
            <a:r>
              <a:rPr sz="1800">
                <a:solidFill>
                  <a:srgbClr val="111111"/>
                </a:solidFill>
              </a:rPr>
              <a:t>+100V</a:t>
            </a:r>
            <a:endParaRPr sz="1800">
              <a:solidFill>
                <a:srgbClr val="111111"/>
              </a:solidFill>
            </a:endParaRPr>
          </a:p>
        </p:txBody>
      </p:sp>
      <p:sp>
        <p:nvSpPr>
          <p:cNvPr id="20" name="return-label"/>
          <p:cNvSpPr>
            <a:spLocks noGrp="1"/>
          </p:cNvSpPr>
          <p:nvPr/>
        </p:nvSpPr>
        <p:spPr>
          <a:xfrm>
            <a:off x="3286125" y="5095875"/>
            <a:ext cx="18097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725">
                <a:solidFill>
                  <a:srgbClr val="111111"/>
                </a:solidFill>
              </a:defRPr>
            </a:pPr>
            <a:r>
              <a:rPr sz="1725">
                <a:solidFill>
                  <a:srgbClr val="111111"/>
                </a:solidFill>
              </a:rPr>
              <a:t>+100V回线</a:t>
            </a:r>
            <a:endParaRPr sz="1725">
              <a:solidFill>
                <a:srgbClr val="111111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11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68680"/>
            <a:ext cx="9525000" cy="5120005"/>
          </a:xfrm>
          <a:prstGeom prst="rect">
            <a:avLst/>
          </a:prstGeom>
        </p:spPr>
      </p:pic>
      <p:cxnSp>
        <p:nvCxnSpPr>
          <p:cNvPr id="3" name="直接箭头连接符 2"/>
          <p:cNvCxnSpPr>
            <a:stCxn id="4" idx="0"/>
          </p:cNvCxnSpPr>
          <p:nvPr/>
        </p:nvCxnSpPr>
        <p:spPr>
          <a:xfrm flipH="1" flipV="1">
            <a:off x="7714615" y="3860800"/>
            <a:ext cx="657225" cy="79248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/>
        </p:nvSpPr>
        <p:spPr>
          <a:xfrm>
            <a:off x="7787005" y="4653280"/>
            <a:ext cx="116967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>
              <a:buNone/>
              <a:defRPr sz="1350">
                <a:solidFill>
                  <a:srgbClr val="111111"/>
                </a:solidFill>
              </a:defRPr>
            </a:pPr>
            <a:r>
              <a:rPr lang="zh-CN" sz="1000">
                <a:solidFill>
                  <a:srgbClr val="111111"/>
                </a:solidFill>
                <a:sym typeface="+mn-ea"/>
              </a:rPr>
              <a:t>电连接器</a:t>
            </a:r>
            <a:r>
              <a:rPr lang="en-US" altLang="zh-CN" sz="1000">
                <a:solidFill>
                  <a:srgbClr val="111111"/>
                </a:solidFill>
                <a:sym typeface="+mn-ea"/>
              </a:rPr>
              <a:t>1</a:t>
            </a:r>
            <a:r>
              <a:rPr lang="zh-CN" altLang="en-US" sz="1000">
                <a:solidFill>
                  <a:srgbClr val="111111"/>
                </a:solidFill>
                <a:sym typeface="+mn-ea"/>
              </a:rPr>
              <a:t>点</a:t>
            </a:r>
            <a:endParaRPr lang="zh-CN" altLang="en-US" sz="1000">
              <a:solidFill>
                <a:srgbClr val="111111"/>
              </a:solidFill>
              <a:sym typeface="+mn-ea"/>
            </a:endParaRPr>
          </a:p>
          <a:p>
            <a:pPr algn="ctr">
              <a:buNone/>
              <a:defRPr sz="1350">
                <a:solidFill>
                  <a:srgbClr val="111111"/>
                </a:solidFill>
              </a:defRPr>
            </a:pPr>
            <a:r>
              <a:rPr lang="zh-CN" altLang="en-US" sz="1000">
                <a:solidFill>
                  <a:srgbClr val="111111"/>
                </a:solidFill>
                <a:sym typeface="+mn-ea"/>
              </a:rPr>
              <a:t>（</a:t>
            </a:r>
            <a:r>
              <a:rPr lang="zh-CN" altLang="en-US" sz="1000">
                <a:solidFill>
                  <a:srgbClr val="111111"/>
                </a:solidFill>
                <a:sym typeface="+mn-ea"/>
              </a:rPr>
              <a:t>正上方）</a:t>
            </a:r>
            <a:endParaRPr lang="zh-CN" altLang="en-US" sz="1000">
              <a:solidFill>
                <a:srgbClr val="111111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1423670" y="1484630"/>
            <a:ext cx="2661285" cy="195199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3200">
                <a:solidFill>
                  <a:schemeClr val="tx1"/>
                </a:solidFill>
              </a:rPr>
              <a:t>100V</a:t>
            </a:r>
            <a:r>
              <a:rPr lang="zh-CN" altLang="en-US" sz="3200">
                <a:solidFill>
                  <a:schemeClr val="tx1"/>
                </a:solidFill>
              </a:rPr>
              <a:t>电源</a:t>
            </a:r>
            <a:endParaRPr lang="zh-CN" altLang="en-US" sz="3200">
              <a:solidFill>
                <a:schemeClr val="tx1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5724525" y="1412875"/>
            <a:ext cx="2661285" cy="195199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3200">
                <a:solidFill>
                  <a:schemeClr val="tx1"/>
                </a:solidFill>
              </a:rPr>
              <a:t>实验模块</a:t>
            </a:r>
            <a:endParaRPr lang="zh-CN" altLang="en-US" sz="3200">
              <a:solidFill>
                <a:schemeClr val="tx1"/>
              </a:solidFill>
            </a:endParaRPr>
          </a:p>
        </p:txBody>
      </p:sp>
      <p:cxnSp>
        <p:nvCxnSpPr>
          <p:cNvPr id="8" name="直接箭头连接符 7"/>
          <p:cNvCxnSpPr/>
          <p:nvPr/>
        </p:nvCxnSpPr>
        <p:spPr>
          <a:xfrm>
            <a:off x="4114165" y="1772920"/>
            <a:ext cx="1581150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" name="直接箭头连接符 8"/>
          <p:cNvCxnSpPr/>
          <p:nvPr/>
        </p:nvCxnSpPr>
        <p:spPr>
          <a:xfrm flipH="1">
            <a:off x="4114165" y="2853055"/>
            <a:ext cx="1584325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0" name="文本框 9"/>
          <p:cNvSpPr txBox="1"/>
          <p:nvPr/>
        </p:nvSpPr>
        <p:spPr>
          <a:xfrm>
            <a:off x="3898265" y="1340485"/>
            <a:ext cx="193611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zh-CN" altLang="en-US">
                <a:sym typeface="+mn-ea"/>
              </a:rPr>
              <a:t>正</a:t>
            </a:r>
            <a:endParaRPr lang="zh-CN" altLang="en-US">
              <a:sym typeface="+mn-ea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3682365" y="2924810"/>
            <a:ext cx="193611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zh-CN" altLang="en-US">
                <a:sym typeface="+mn-ea"/>
              </a:rPr>
              <a:t>负</a:t>
            </a:r>
            <a:endParaRPr lang="zh-CN" altLang="en-US">
              <a:sym typeface="+mn-ea"/>
            </a:endParaRPr>
          </a:p>
        </p:txBody>
      </p:sp>
      <p:grpSp>
        <p:nvGrpSpPr>
          <p:cNvPr id="17" name="组合 16"/>
          <p:cNvGrpSpPr/>
          <p:nvPr/>
        </p:nvGrpSpPr>
        <p:grpSpPr>
          <a:xfrm>
            <a:off x="4949190" y="2855595"/>
            <a:ext cx="274320" cy="435610"/>
            <a:chOff x="7500" y="4493"/>
            <a:chExt cx="706" cy="1119"/>
          </a:xfrm>
        </p:grpSpPr>
        <p:cxnSp>
          <p:nvCxnSpPr>
            <p:cNvPr id="12" name="直接箭头连接符 11"/>
            <p:cNvCxnSpPr/>
            <p:nvPr/>
          </p:nvCxnSpPr>
          <p:spPr>
            <a:xfrm flipV="1">
              <a:off x="7840" y="4493"/>
              <a:ext cx="0" cy="680"/>
            </a:xfrm>
            <a:prstGeom prst="straightConnector1">
              <a:avLst/>
            </a:prstGeom>
            <a:ln>
              <a:solidFill>
                <a:schemeClr val="tx1"/>
              </a:solidFill>
              <a:tailEnd type="non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grpSp>
          <p:nvGrpSpPr>
            <p:cNvPr id="16" name="组合 15"/>
            <p:cNvGrpSpPr/>
            <p:nvPr/>
          </p:nvGrpSpPr>
          <p:grpSpPr>
            <a:xfrm>
              <a:off x="7500" y="5186"/>
              <a:ext cx="706" cy="427"/>
              <a:chOff x="8467" y="5967"/>
              <a:chExt cx="706" cy="427"/>
            </a:xfrm>
          </p:grpSpPr>
          <p:cxnSp>
            <p:nvCxnSpPr>
              <p:cNvPr id="13" name="直接箭头连接符 12"/>
              <p:cNvCxnSpPr/>
              <p:nvPr/>
            </p:nvCxnSpPr>
            <p:spPr>
              <a:xfrm flipH="1">
                <a:off x="8467" y="5967"/>
                <a:ext cx="707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non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4" name="直接箭头连接符 13"/>
              <p:cNvCxnSpPr/>
              <p:nvPr/>
            </p:nvCxnSpPr>
            <p:spPr>
              <a:xfrm flipH="1">
                <a:off x="8550" y="6194"/>
                <a:ext cx="541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non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5" name="直接箭头连接符 14"/>
              <p:cNvCxnSpPr/>
              <p:nvPr/>
            </p:nvCxnSpPr>
            <p:spPr>
              <a:xfrm flipH="1">
                <a:off x="8634" y="6394"/>
                <a:ext cx="341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non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24" name="直接箭头连接符 23"/>
          <p:cNvCxnSpPr/>
          <p:nvPr/>
        </p:nvCxnSpPr>
        <p:spPr>
          <a:xfrm>
            <a:off x="8411845" y="1772920"/>
            <a:ext cx="890905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5" name="直接箭头连接符 24"/>
          <p:cNvCxnSpPr/>
          <p:nvPr/>
        </p:nvCxnSpPr>
        <p:spPr>
          <a:xfrm>
            <a:off x="9298940" y="1772920"/>
            <a:ext cx="0" cy="237617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26" name="组合 25"/>
          <p:cNvGrpSpPr/>
          <p:nvPr/>
        </p:nvGrpSpPr>
        <p:grpSpPr>
          <a:xfrm>
            <a:off x="9161780" y="4023360"/>
            <a:ext cx="274320" cy="435610"/>
            <a:chOff x="7500" y="4493"/>
            <a:chExt cx="706" cy="1119"/>
          </a:xfrm>
        </p:grpSpPr>
        <p:cxnSp>
          <p:nvCxnSpPr>
            <p:cNvPr id="27" name="直接箭头连接符 26"/>
            <p:cNvCxnSpPr/>
            <p:nvPr/>
          </p:nvCxnSpPr>
          <p:spPr>
            <a:xfrm flipV="1">
              <a:off x="7840" y="4493"/>
              <a:ext cx="0" cy="680"/>
            </a:xfrm>
            <a:prstGeom prst="straightConnector1">
              <a:avLst/>
            </a:prstGeom>
            <a:ln>
              <a:solidFill>
                <a:schemeClr val="tx1"/>
              </a:solidFill>
              <a:tailEnd type="non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grpSp>
          <p:nvGrpSpPr>
            <p:cNvPr id="28" name="组合 27"/>
            <p:cNvGrpSpPr/>
            <p:nvPr/>
          </p:nvGrpSpPr>
          <p:grpSpPr>
            <a:xfrm>
              <a:off x="7500" y="5186"/>
              <a:ext cx="706" cy="427"/>
              <a:chOff x="8467" y="5967"/>
              <a:chExt cx="706" cy="427"/>
            </a:xfrm>
          </p:grpSpPr>
          <p:cxnSp>
            <p:nvCxnSpPr>
              <p:cNvPr id="29" name="直接箭头连接符 28"/>
              <p:cNvCxnSpPr/>
              <p:nvPr/>
            </p:nvCxnSpPr>
            <p:spPr>
              <a:xfrm flipH="1">
                <a:off x="8467" y="5967"/>
                <a:ext cx="707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non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30" name="直接箭头连接符 29"/>
              <p:cNvCxnSpPr/>
              <p:nvPr/>
            </p:nvCxnSpPr>
            <p:spPr>
              <a:xfrm flipH="1">
                <a:off x="8550" y="6194"/>
                <a:ext cx="541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non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31" name="直接箭头连接符 30"/>
              <p:cNvCxnSpPr/>
              <p:nvPr/>
            </p:nvCxnSpPr>
            <p:spPr>
              <a:xfrm flipH="1">
                <a:off x="8634" y="6394"/>
                <a:ext cx="341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non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32" name="直接箭头连接符 31"/>
          <p:cNvCxnSpPr/>
          <p:nvPr/>
        </p:nvCxnSpPr>
        <p:spPr>
          <a:xfrm flipH="1">
            <a:off x="732155" y="2493010"/>
            <a:ext cx="694690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3" name="直接箭头连接符 32"/>
          <p:cNvCxnSpPr/>
          <p:nvPr/>
        </p:nvCxnSpPr>
        <p:spPr>
          <a:xfrm>
            <a:off x="732155" y="2493010"/>
            <a:ext cx="0" cy="237617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34" name="组合 33"/>
          <p:cNvGrpSpPr/>
          <p:nvPr/>
        </p:nvGrpSpPr>
        <p:grpSpPr>
          <a:xfrm>
            <a:off x="594995" y="4671060"/>
            <a:ext cx="274320" cy="435610"/>
            <a:chOff x="7500" y="4493"/>
            <a:chExt cx="706" cy="1119"/>
          </a:xfrm>
        </p:grpSpPr>
        <p:cxnSp>
          <p:nvCxnSpPr>
            <p:cNvPr id="35" name="直接箭头连接符 34"/>
            <p:cNvCxnSpPr/>
            <p:nvPr/>
          </p:nvCxnSpPr>
          <p:spPr>
            <a:xfrm flipV="1">
              <a:off x="7840" y="4493"/>
              <a:ext cx="0" cy="680"/>
            </a:xfrm>
            <a:prstGeom prst="straightConnector1">
              <a:avLst/>
            </a:prstGeom>
            <a:ln>
              <a:solidFill>
                <a:schemeClr val="tx1"/>
              </a:solidFill>
              <a:tailEnd type="non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grpSp>
          <p:nvGrpSpPr>
            <p:cNvPr id="36" name="组合 35"/>
            <p:cNvGrpSpPr/>
            <p:nvPr/>
          </p:nvGrpSpPr>
          <p:grpSpPr>
            <a:xfrm>
              <a:off x="7500" y="5186"/>
              <a:ext cx="706" cy="427"/>
              <a:chOff x="8467" y="5967"/>
              <a:chExt cx="706" cy="427"/>
            </a:xfrm>
          </p:grpSpPr>
          <p:cxnSp>
            <p:nvCxnSpPr>
              <p:cNvPr id="37" name="直接箭头连接符 36"/>
              <p:cNvCxnSpPr/>
              <p:nvPr/>
            </p:nvCxnSpPr>
            <p:spPr>
              <a:xfrm flipH="1">
                <a:off x="8467" y="5967"/>
                <a:ext cx="707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non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38" name="直接箭头连接符 37"/>
              <p:cNvCxnSpPr/>
              <p:nvPr/>
            </p:nvCxnSpPr>
            <p:spPr>
              <a:xfrm flipH="1">
                <a:off x="8550" y="6194"/>
                <a:ext cx="541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non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39" name="直接箭头连接符 38"/>
              <p:cNvCxnSpPr/>
              <p:nvPr/>
            </p:nvCxnSpPr>
            <p:spPr>
              <a:xfrm flipH="1">
                <a:off x="8634" y="6394"/>
                <a:ext cx="341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non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</p:grpSp>
      </p:grpSp>
      <p:sp>
        <p:nvSpPr>
          <p:cNvPr id="40" name="文本框 39"/>
          <p:cNvSpPr txBox="1"/>
          <p:nvPr/>
        </p:nvSpPr>
        <p:spPr>
          <a:xfrm>
            <a:off x="-349885" y="1988820"/>
            <a:ext cx="193611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zh-CN" altLang="en-US">
                <a:sym typeface="+mn-ea"/>
              </a:rPr>
              <a:t>电源壳</a:t>
            </a:r>
            <a:endParaRPr lang="zh-CN" altLang="en-US">
              <a:sym typeface="+mn-ea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187.5,&quot;left&quot;:27,&quot;top&quot;:243,&quot;width&quot;:676.5}"/>
</p:tagLst>
</file>

<file path=ppt/tags/tag2.xml><?xml version="1.0" encoding="utf-8"?>
<p:tagLst xmlns:p="http://schemas.openxmlformats.org/presentationml/2006/main">
  <p:tag name="KSO_WM_DIAGRAM_VIRTUALLY_FRAME" val="{&quot;height&quot;:187.5,&quot;left&quot;:27,&quot;top&quot;:243,&quot;width&quot;:676.5}"/>
</p:tagLst>
</file>

<file path=ppt/tags/tag3.xml><?xml version="1.0" encoding="utf-8"?>
<p:tagLst xmlns:p="http://schemas.openxmlformats.org/presentationml/2006/main">
  <p:tag name="KSO_WM_DIAGRAM_VIRTUALLY_FRAME" val="{&quot;height&quot;:187.5,&quot;left&quot;:27,&quot;top&quot;:243,&quot;width&quot;:676.5}"/>
</p:tagLst>
</file>

<file path=ppt/tags/tag4.xml><?xml version="1.0" encoding="utf-8"?>
<p:tagLst xmlns:p="http://schemas.openxmlformats.org/presentationml/2006/main">
  <p:tag name="KSO_WM_DIAGRAM_VIRTUALLY_FRAME" val="{&quot;height&quot;:187.5,&quot;left&quot;:27,&quot;top&quot;:243,&quot;width&quot;:676.5}"/>
</p:tagLst>
</file>

<file path=ppt/tags/tag5.xml><?xml version="1.0" encoding="utf-8"?>
<p:tagLst xmlns:p="http://schemas.openxmlformats.org/presentationml/2006/main">
  <p:tag name="KSO_WM_DIAGRAM_VIRTUALLY_FRAME" val="{&quot;height&quot;:187.5,&quot;left&quot;:27,&quot;top&quot;:243,&quot;width&quot;:676.5}"/>
</p:tagLst>
</file>

<file path=ppt/tags/tag6.xml><?xml version="1.0" encoding="utf-8"?>
<p:tagLst xmlns:p="http://schemas.openxmlformats.org/presentationml/2006/main">
  <p:tag name="KSO_WM_DIAGRAM_VIRTUALLY_FRAME" val="{&quot;height&quot;:187.5,&quot;left&quot;:27,&quot;top&quot;:243,&quot;width&quot;:676.5}"/>
</p:tagLst>
</file>

<file path=ppt/tags/tag7.xml><?xml version="1.0" encoding="utf-8"?>
<p:tagLst xmlns:p="http://schemas.openxmlformats.org/presentationml/2006/main">
  <p:tag name="KSO_WM_DIAGRAM_VIRTUALLY_FRAME" val="{&quot;height&quot;:187.5,&quot;left&quot;:27,&quot;top&quot;:243,&quot;width&quot;:676.5}"/>
</p:tagLst>
</file>

<file path=ppt/tags/tag8.xml><?xml version="1.0" encoding="utf-8"?>
<p:tagLst xmlns:p="http://schemas.openxmlformats.org/presentationml/2006/main">
  <p:tag name="KSO_WM_DIAGRAM_VIRTUALLY_FRAME" val="{&quot;height&quot;:187.5,&quot;left&quot;:27,&quot;top&quot;:243,&quot;width&quot;:676.5}"/>
</p:tagLst>
</file>

<file path=ppt/tags/tag9.xml><?xml version="1.0" encoding="utf-8"?>
<p:tagLst xmlns:p="http://schemas.openxmlformats.org/presentationml/2006/main">
  <p:tag name="KSO_WM_DIAGRAM_VIRTUALLY_FRAME" val="{&quot;height&quot;:187.5,&quot;left&quot;:27,&quot;top&quot;:243,&quot;width&quot;:676.5}"/>
</p:tagLst>
</file>

<file path=ppt/tags/tag10.xml><?xml version="1.0" encoding="utf-8"?>
<p:tagLst xmlns:p="http://schemas.openxmlformats.org/presentationml/2006/main">
  <p:tag name="KSO_WM_DIAGRAM_VIRTUALLY_FRAME" val="{&quot;height&quot;:187.5,&quot;left&quot;:27,&quot;top&quot;:243,&quot;width&quot;:676.5}"/>
</p:tagLst>
</file>

<file path=ppt/tags/tag11.xml><?xml version="1.0" encoding="utf-8"?>
<p:tagLst xmlns:p="http://schemas.openxmlformats.org/presentationml/2006/main">
  <p:tag name="KSO_WM_DIAGRAM_VIRTUALLY_FRAME" val="{&quot;height&quot;:187.5,&quot;left&quot;:27,&quot;top&quot;:243,&quot;width&quot;:676.5}"/>
</p:tagLst>
</file>

<file path=ppt/tags/tag12.xml><?xml version="1.0" encoding="utf-8"?>
<p:tagLst xmlns:p="http://schemas.openxmlformats.org/presentationml/2006/main">
  <p:tag name="KSO_WM_DIAGRAM_VIRTUALLY_FRAME" val="{&quot;height&quot;:187.5,&quot;left&quot;:27,&quot;top&quot;:243,&quot;width&quot;:676.5}"/>
</p:tagLst>
</file>

<file path=ppt/tags/tag13.xml><?xml version="1.0" encoding="utf-8"?>
<p:tagLst xmlns:p="http://schemas.openxmlformats.org/presentationml/2006/main">
  <p:tag name="KSO_WM_DIAGRAM_VIRTUALLY_FRAME" val="{&quot;height&quot;:187.5,&quot;left&quot;:27,&quot;top&quot;:243,&quot;width&quot;:676.5}"/>
</p:tagLst>
</file>

<file path=ppt/tags/tag14.xml><?xml version="1.0" encoding="utf-8"?>
<p:tagLst xmlns:p="http://schemas.openxmlformats.org/presentationml/2006/main">
  <p:tag name="KSO_WM_DIAGRAM_VIRTUALLY_FRAME" val="{&quot;height&quot;:187.5,&quot;left&quot;:27,&quot;top&quot;:243,&quot;width&quot;:676.5}"/>
</p:tagLst>
</file>

<file path=ppt/tags/tag15.xml><?xml version="1.0" encoding="utf-8"?>
<p:tagLst xmlns:p="http://schemas.openxmlformats.org/presentationml/2006/main">
  <p:tag name="KSO_WM_DIAGRAM_VIRTUALLY_FRAME" val="{&quot;height&quot;:187.5,&quot;left&quot;:27,&quot;top&quot;:243,&quot;width&quot;:676.5}"/>
</p:tagLst>
</file>

<file path=ppt/tags/tag16.xml><?xml version="1.0" encoding="utf-8"?>
<p:tagLst xmlns:p="http://schemas.openxmlformats.org/presentationml/2006/main">
  <p:tag name="KSO_WM_DIAGRAM_VIRTUALLY_FRAME" val="{&quot;height&quot;:187.5,&quot;left&quot;:27,&quot;top&quot;:243,&quot;width&quot;:676.5}"/>
</p:tagLst>
</file>

<file path=ppt/tags/tag17.xml><?xml version="1.0" encoding="utf-8"?>
<p:tagLst xmlns:p="http://schemas.openxmlformats.org/presentationml/2006/main">
  <p:tag name="KSO_WM_DIAGRAM_VIRTUALLY_FRAME" val="{&quot;height&quot;:187.5,&quot;left&quot;:27,&quot;top&quot;:243,&quot;width&quot;:676.5}"/>
</p:tagLst>
</file>

<file path=ppt/tags/tag18.xml><?xml version="1.0" encoding="utf-8"?>
<p:tagLst xmlns:p="http://schemas.openxmlformats.org/presentationml/2006/main">
  <p:tag name="KSO_WM_DIAGRAM_VIRTUALLY_FRAME" val="{&quot;height&quot;:187.5,&quot;left&quot;:27,&quot;top&quot;:243,&quot;width&quot;:676.5}"/>
</p:tagLst>
</file>

<file path=ppt/tags/tag19.xml><?xml version="1.0" encoding="utf-8"?>
<p:tagLst xmlns:p="http://schemas.openxmlformats.org/presentationml/2006/main">
  <p:tag name="KSO_WM_DIAGRAM_VIRTUALLY_FRAME" val="{&quot;height&quot;:187.5,&quot;left&quot;:27,&quot;top&quot;:243,&quot;width&quot;:676.5}"/>
</p:tagLst>
</file>

<file path=ppt/tags/tag20.xml><?xml version="1.0" encoding="utf-8"?>
<p:tagLst xmlns:p="http://schemas.openxmlformats.org/presentationml/2006/main">
  <p:tag name="KSO_WM_DIAGRAM_VIRTUALLY_FRAME" val="{&quot;height&quot;:187.5,&quot;left&quot;:27,&quot;top&quot;:243,&quot;width&quot;:676.5}"/>
</p:tagLst>
</file>

<file path=ppt/tags/tag21.xml><?xml version="1.0" encoding="utf-8"?>
<p:tagLst xmlns:p="http://schemas.openxmlformats.org/presentationml/2006/main">
  <p:tag name="KSO_WM_DIAGRAM_VIRTUALLY_FRAME" val="{&quot;height&quot;:187.5,&quot;left&quot;:27,&quot;top&quot;:243,&quot;width&quot;:676.5}"/>
</p:tagLst>
</file>

<file path=ppt/tags/tag22.xml><?xml version="1.0" encoding="utf-8"?>
<p:tagLst xmlns:p="http://schemas.openxmlformats.org/presentationml/2006/main">
  <p:tag name="KSO_WM_DIAGRAM_VIRTUALLY_FRAME" val="{&quot;height&quot;:187.5,&quot;left&quot;:27,&quot;top&quot;:243,&quot;width&quot;:676.5}"/>
</p:tagLst>
</file>

<file path=ppt/tags/tag23.xml><?xml version="1.0" encoding="utf-8"?>
<p:tagLst xmlns:p="http://schemas.openxmlformats.org/presentationml/2006/main">
  <p:tag name="KSO_WM_DIAGRAM_VIRTUALLY_FRAME" val="{&quot;height&quot;:187.5,&quot;left&quot;:27,&quot;top&quot;:243,&quot;width&quot;:676.5}"/>
</p:tagLst>
</file>

<file path=ppt/tags/tag24.xml><?xml version="1.0" encoding="utf-8"?>
<p:tagLst xmlns:p="http://schemas.openxmlformats.org/presentationml/2006/main">
  <p:tag name="KSO_WM_DIAGRAM_VIRTUALLY_FRAME" val="{&quot;height&quot;:187.5,&quot;left&quot;:27,&quot;top&quot;:243,&quot;width&quot;:676.5}"/>
</p:tagLst>
</file>

<file path=ppt/tags/tag25.xml><?xml version="1.0" encoding="utf-8"?>
<p:tagLst xmlns:p="http://schemas.openxmlformats.org/presentationml/2006/main">
  <p:tag name="KSO_WM_DIAGRAM_VIRTUALLY_FRAME" val="{&quot;height&quot;:187.5,&quot;left&quot;:27,&quot;top&quot;:243,&quot;width&quot;:676.5}"/>
</p:tagLst>
</file>

<file path=ppt/tags/tag26.xml><?xml version="1.0" encoding="utf-8"?>
<p:tagLst xmlns:p="http://schemas.openxmlformats.org/presentationml/2006/main">
  <p:tag name="KSO_WM_DIAGRAM_VIRTUALLY_FRAME" val="{&quot;height&quot;:187.5,&quot;left&quot;:27,&quot;top&quot;:243,&quot;width&quot;:676.5}"/>
</p:tagLst>
</file>

<file path=ppt/tags/tag27.xml><?xml version="1.0" encoding="utf-8"?>
<p:tagLst xmlns:p="http://schemas.openxmlformats.org/presentationml/2006/main">
  <p:tag name="KSO_WM_DIAGRAM_VIRTUALLY_FRAME" val="{&quot;height&quot;:187.5,&quot;left&quot;:27,&quot;top&quot;:243,&quot;width&quot;:676.5}"/>
</p:tagLst>
</file>

<file path=ppt/tags/tag28.xml><?xml version="1.0" encoding="utf-8"?>
<p:tagLst xmlns:p="http://schemas.openxmlformats.org/presentationml/2006/main">
  <p:tag name="KSO_WM_DIAGRAM_VIRTUALLY_FRAME" val="{&quot;height&quot;:187.5,&quot;left&quot;:27,&quot;top&quot;:243,&quot;width&quot;:676.5}"/>
</p:tagLst>
</file>

<file path=ppt/tags/tag29.xml><?xml version="1.0" encoding="utf-8"?>
<p:tagLst xmlns:p="http://schemas.openxmlformats.org/presentationml/2006/main">
  <p:tag name="KSO_WM_DIAGRAM_VIRTUALLY_FRAME" val="{&quot;height&quot;:187.5,&quot;left&quot;:27,&quot;top&quot;:243,&quot;width&quot;:676.5}"/>
</p:tagLst>
</file>

<file path=ppt/tags/tag30.xml><?xml version="1.0" encoding="utf-8"?>
<p:tagLst xmlns:p="http://schemas.openxmlformats.org/presentationml/2006/main">
  <p:tag name="KSO_WM_DIAGRAM_VIRTUALLY_FRAME" val="{&quot;height&quot;:187.5,&quot;left&quot;:27,&quot;top&quot;:243,&quot;width&quot;:676.5}"/>
</p:tagLst>
</file>

<file path=ppt/tags/tag31.xml><?xml version="1.0" encoding="utf-8"?>
<p:tagLst xmlns:p="http://schemas.openxmlformats.org/presentationml/2006/main">
  <p:tag name="KSO_WM_DIAGRAM_VIRTUALLY_FRAME" val="{&quot;height&quot;:187.5,&quot;left&quot;:27,&quot;top&quot;:243,&quot;width&quot;:676.5}"/>
</p:tagLst>
</file>

<file path=ppt/tags/tag32.xml><?xml version="1.0" encoding="utf-8"?>
<p:tagLst xmlns:p="http://schemas.openxmlformats.org/presentationml/2006/main">
  <p:tag name="KSO_WM_DIAGRAM_VIRTUALLY_FRAME" val="{&quot;height&quot;:187.5,&quot;left&quot;:27,&quot;top&quot;:243,&quot;width&quot;:676.5}"/>
</p:tagLst>
</file>

<file path=ppt/tags/tag33.xml><?xml version="1.0" encoding="utf-8"?>
<p:tagLst xmlns:p="http://schemas.openxmlformats.org/presentationml/2006/main">
  <p:tag name="KSO_WM_DIAGRAM_VIRTUALLY_FRAME" val="{&quot;height&quot;:187.5,&quot;left&quot;:27,&quot;top&quot;:243,&quot;width&quot;:676.5}"/>
</p:tagLst>
</file>

<file path=ppt/tags/tag34.xml><?xml version="1.0" encoding="utf-8"?>
<p:tagLst xmlns:p="http://schemas.openxmlformats.org/presentationml/2006/main">
  <p:tag name="KSO_WM_DIAGRAM_VIRTUALLY_FRAME" val="{&quot;height&quot;:187.5,&quot;left&quot;:27,&quot;top&quot;:243,&quot;width&quot;:676.5}"/>
</p:tagLst>
</file>

<file path=ppt/tags/tag35.xml><?xml version="1.0" encoding="utf-8"?>
<p:tagLst xmlns:p="http://schemas.openxmlformats.org/presentationml/2006/main">
  <p:tag name="KSO_WM_DIAGRAM_VIRTUALLY_FRAME" val="{&quot;height&quot;:187.5,&quot;left&quot;:27,&quot;top&quot;:243,&quot;width&quot;:676.5}"/>
</p:tagLst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857</Words>
  <Application>WPS 演示</Application>
  <PresentationFormat>Converted Presentation</PresentationFormat>
  <Paragraphs>343</Paragraphs>
  <Slides>19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27" baseType="lpstr">
      <vt:lpstr>Arial</vt:lpstr>
      <vt:lpstr>宋体</vt:lpstr>
      <vt:lpstr>Wingdings</vt:lpstr>
      <vt:lpstr>Times New Roman</vt:lpstr>
      <vt:lpstr>Calibri</vt:lpstr>
      <vt:lpstr>微软雅黑</vt:lpstr>
      <vt:lpstr>Arial Unicode MS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崔庆杰</cp:lastModifiedBy>
  <cp:revision>3</cp:revision>
  <dcterms:created xsi:type="dcterms:W3CDTF">2026-08-25T08:50:00Z</dcterms:created>
  <dcterms:modified xsi:type="dcterms:W3CDTF">2026-09-09T07:44:59Z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CAD19449E8BD45729E1FC772F9444CB3_12</vt:lpwstr>
  </property>
  <property fmtid="{D5CDD505-2E9C-101B-9397-08002B2CF9AE}" pid="3" name="KSOProductBuildVer">
    <vt:lpwstr>2052-12.1.0.28505</vt:lpwstr>
  </property>
</Properties>
</file>