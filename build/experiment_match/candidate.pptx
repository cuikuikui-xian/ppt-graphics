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75a908801264498" /><Relationship Type="http://schemas.openxmlformats.org/officeDocument/2006/relationships/extended-properties" Target="/docProps/app.xml" Id="R77f19909f2474923" /><Relationship Type="http://schemas.openxmlformats.org/officeDocument/2006/relationships/officeDocument" Target="/ppt/presentation.xml" Id="Re57f6886ab164b3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b7c11bfa8624514"/>
  </p:sldMasterIdLst>
  <p:notesMasterIdLst>
    <p:notesMasterId xmlns:r="http://schemas.openxmlformats.org/officeDocument/2006/relationships" r:id="Rfd5479bf7bbe4dca"/>
  </p:notesMasterIdLst>
  <p:sldIdLst>
    <p:sldId xmlns:r="http://schemas.openxmlformats.org/officeDocument/2006/relationships" id="256" r:id="Rb171f54fbe4443de"/>
    <p:sldId xmlns:r="http://schemas.openxmlformats.org/officeDocument/2006/relationships" id="257" r:id="R1dababf936dc41a7"/>
    <p:sldId xmlns:r="http://schemas.openxmlformats.org/officeDocument/2006/relationships" id="258" r:id="R4df7f28b1130440f"/>
    <p:sldId xmlns:r="http://schemas.openxmlformats.org/officeDocument/2006/relationships" id="259" r:id="R06084a9b2e744dd5"/>
    <p:sldId xmlns:r="http://schemas.openxmlformats.org/officeDocument/2006/relationships" id="260" r:id="R75a2ac60a16047ec"/>
    <p:sldId xmlns:r="http://schemas.openxmlformats.org/officeDocument/2006/relationships" id="261" r:id="R60eb69be83814cb1"/>
    <p:sldId xmlns:r="http://schemas.openxmlformats.org/officeDocument/2006/relationships" id="262" r:id="Rfebbcd28860b4f7d"/>
    <p:sldId xmlns:r="http://schemas.openxmlformats.org/officeDocument/2006/relationships" id="263" r:id="R7e8375ebb88c4d55"/>
    <p:sldId xmlns:r="http://schemas.openxmlformats.org/officeDocument/2006/relationships" id="264" r:id="R3f1bfa6d920a4399"/>
    <p:sldId xmlns:r="http://schemas.openxmlformats.org/officeDocument/2006/relationships" id="265" r:id="R7457cf255f384713"/>
    <p:sldId xmlns:r="http://schemas.openxmlformats.org/officeDocument/2006/relationships" id="266" r:id="R867e55861f77481c"/>
    <p:sldId xmlns:r="http://schemas.openxmlformats.org/officeDocument/2006/relationships" id="267" r:id="R4434c84308a5408b"/>
    <p:sldId xmlns:r="http://schemas.openxmlformats.org/officeDocument/2006/relationships" id="268" r:id="R40285edb88e341de"/>
    <p:sldId xmlns:r="http://schemas.openxmlformats.org/officeDocument/2006/relationships" id="269" r:id="R6dba7f5fe1c94d9b"/>
    <p:sldId xmlns:r="http://schemas.openxmlformats.org/officeDocument/2006/relationships" id="270" r:id="R646cfb2fe1db4c97"/>
    <p:sldId xmlns:r="http://schemas.openxmlformats.org/officeDocument/2006/relationships" id="271" r:id="Rbeb04b33a9064d8a"/>
    <p:sldId xmlns:r="http://schemas.openxmlformats.org/officeDocument/2006/relationships" id="272" r:id="R9de4420b7a9a4657"/>
    <p:sldId xmlns:r="http://schemas.openxmlformats.org/officeDocument/2006/relationships" id="273" r:id="R7b70712cfc5c4951"/>
    <p:sldId xmlns:r="http://schemas.openxmlformats.org/officeDocument/2006/relationships" id="274" r:id="Rec27ab0e32164bd7"/>
    <p:sldId xmlns:r="http://schemas.openxmlformats.org/officeDocument/2006/relationships" id="275" r:id="R269e79c51fe14977"/>
  </p:sldIdLst>
  <p:sldSz cx="9525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46c2e4d8be844e4" /><Relationship Type="http://schemas.openxmlformats.org/officeDocument/2006/relationships/slideMaster" Target="/ppt/slideMasters/slideMaster1.xml" Id="R2b7c11bfa8624514" /><Relationship Type="http://schemas.openxmlformats.org/officeDocument/2006/relationships/notesMaster" Target="/ppt/notesMasters/notesMaster1.xml" Id="Rfd5479bf7bbe4dca" /><Relationship Type="http://schemas.openxmlformats.org/officeDocument/2006/relationships/presProps" Target="/ppt/presProps.xml" Id="Rfc35b095f120477e" /><Relationship Type="http://schemas.openxmlformats.org/officeDocument/2006/relationships/viewProps" Target="/ppt/viewProps.xml" Id="R71087e3fd3064648" /><Relationship Type="http://schemas.openxmlformats.org/officeDocument/2006/relationships/tableStyles" Target="/ppt/tableStyles.xml" Id="R10d9f5721aca460a" /><Relationship Type="http://schemas.openxmlformats.org/officeDocument/2006/relationships/slide" Target="/ppt/slides/slide1.xml" Id="Rb171f54fbe4443de" /><Relationship Type="http://schemas.openxmlformats.org/officeDocument/2006/relationships/slide" Target="/ppt/slides/slide2.xml" Id="R1dababf936dc41a7" /><Relationship Type="http://schemas.openxmlformats.org/officeDocument/2006/relationships/slide" Target="/ppt/slides/slide3.xml" Id="R4df7f28b1130440f" /><Relationship Type="http://schemas.openxmlformats.org/officeDocument/2006/relationships/slide" Target="/ppt/slides/slide4.xml" Id="R06084a9b2e744dd5" /><Relationship Type="http://schemas.openxmlformats.org/officeDocument/2006/relationships/slide" Target="/ppt/slides/slide5.xml" Id="R75a2ac60a16047ec" /><Relationship Type="http://schemas.openxmlformats.org/officeDocument/2006/relationships/slide" Target="/ppt/slides/slide6.xml" Id="R60eb69be83814cb1" /><Relationship Type="http://schemas.openxmlformats.org/officeDocument/2006/relationships/slide" Target="/ppt/slides/slide7.xml" Id="Rfebbcd28860b4f7d" /><Relationship Type="http://schemas.openxmlformats.org/officeDocument/2006/relationships/slide" Target="/ppt/slides/slide8.xml" Id="R7e8375ebb88c4d55" /><Relationship Type="http://schemas.openxmlformats.org/officeDocument/2006/relationships/slide" Target="/ppt/slides/slide9.xml" Id="R3f1bfa6d920a4399" /><Relationship Type="http://schemas.openxmlformats.org/officeDocument/2006/relationships/slide" Target="/ppt/slides/slide10.xml" Id="R7457cf255f384713" /><Relationship Type="http://schemas.openxmlformats.org/officeDocument/2006/relationships/slide" Target="/ppt/slides/slide11.xml" Id="R867e55861f77481c" /><Relationship Type="http://schemas.openxmlformats.org/officeDocument/2006/relationships/slide" Target="/ppt/slides/slide12.xml" Id="R4434c84308a5408b" /><Relationship Type="http://schemas.openxmlformats.org/officeDocument/2006/relationships/slide" Target="/ppt/slides/slide13.xml" Id="R40285edb88e341de" /><Relationship Type="http://schemas.openxmlformats.org/officeDocument/2006/relationships/slide" Target="/ppt/slides/slide14.xml" Id="R6dba7f5fe1c94d9b" /><Relationship Type="http://schemas.openxmlformats.org/officeDocument/2006/relationships/slide" Target="/ppt/slides/slide15.xml" Id="R646cfb2fe1db4c97" /><Relationship Type="http://schemas.openxmlformats.org/officeDocument/2006/relationships/slide" Target="/ppt/slides/slide16.xml" Id="Rbeb04b33a9064d8a" /><Relationship Type="http://schemas.openxmlformats.org/officeDocument/2006/relationships/slide" Target="/ppt/slides/slide17.xml" Id="R9de4420b7a9a4657" /><Relationship Type="http://schemas.openxmlformats.org/officeDocument/2006/relationships/slide" Target="/ppt/slides/slide18.xml" Id="R7b70712cfc5c4951" /><Relationship Type="http://schemas.openxmlformats.org/officeDocument/2006/relationships/slide" Target="/ppt/slides/slide19.xml" Id="Rec27ab0e32164bd7" /><Relationship Type="http://schemas.openxmlformats.org/officeDocument/2006/relationships/slide" Target="/ppt/slides/slide20.xml" Id="R269e79c51fe1497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5c4e5d3df3a4f6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512fa35075341de" /><Relationship Type="http://schemas.openxmlformats.org/officeDocument/2006/relationships/notesMaster" Target="/ppt/notesMasters/notesMaster1.xml" Id="R7eab74799bd1492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a395b60ad1946ee" /><Relationship Type="http://schemas.openxmlformats.org/officeDocument/2006/relationships/notesMaster" Target="/ppt/notesMasters/notesMaster1.xml" Id="R456a21886a134f4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642175ae4ec475e" /><Relationship Type="http://schemas.openxmlformats.org/officeDocument/2006/relationships/notesMaster" Target="/ppt/notesMasters/notesMaster1.xml" Id="R455a2703b0ea485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86769f33d64c4608" /><Relationship Type="http://schemas.openxmlformats.org/officeDocument/2006/relationships/notesMaster" Target="/ppt/notesMasters/notesMaster1.xml" Id="Ra43876440dad4b57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16e0b67666cb4ba4" /><Relationship Type="http://schemas.openxmlformats.org/officeDocument/2006/relationships/notesMaster" Target="/ppt/notesMasters/notesMaster1.xml" Id="Ra746d780df9c4ce2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2df6f81ccdb04cd9" /><Relationship Type="http://schemas.openxmlformats.org/officeDocument/2006/relationships/notesMaster" Target="/ppt/notesMasters/notesMaster1.xml" Id="Rd8ee5bced7854fd6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94b2922fe60d485f" /><Relationship Type="http://schemas.openxmlformats.org/officeDocument/2006/relationships/notesMaster" Target="/ppt/notesMasters/notesMaster1.xml" Id="Rb6583a7d85eb47ee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2b9ea19d36834538" /><Relationship Type="http://schemas.openxmlformats.org/officeDocument/2006/relationships/notesMaster" Target="/ppt/notesMasters/notesMaster1.xml" Id="R26435619396945b5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d39eeca183f44016" /><Relationship Type="http://schemas.openxmlformats.org/officeDocument/2006/relationships/notesMaster" Target="/ppt/notesMasters/notesMaster1.xml" Id="R09dd844d9cf24b64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062cca8becbe452c" /><Relationship Type="http://schemas.openxmlformats.org/officeDocument/2006/relationships/notesMaster" Target="/ppt/notesMasters/notesMaster1.xml" Id="R067a5d2caba94650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74ca6804515a47f0" /><Relationship Type="http://schemas.openxmlformats.org/officeDocument/2006/relationships/notesMaster" Target="/ppt/notesMasters/notesMaster1.xml" Id="R900f62b84510445d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60ded130d8e24b49" /><Relationship Type="http://schemas.openxmlformats.org/officeDocument/2006/relationships/notesMaster" Target="/ppt/notesMasters/notesMaster1.xml" Id="Rac42d15047414a95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c636bd5975604719" /><Relationship Type="http://schemas.openxmlformats.org/officeDocument/2006/relationships/notesMaster" Target="/ppt/notesMasters/notesMaster1.xml" Id="Rcb70e0bdf4cc48a1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4690f1bc5bae46a8" /><Relationship Type="http://schemas.openxmlformats.org/officeDocument/2006/relationships/notesMaster" Target="/ppt/notesMasters/notesMaster1.xml" Id="Rbb77229198794e3c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4b3fdd4a662342e8" /><Relationship Type="http://schemas.openxmlformats.org/officeDocument/2006/relationships/notesMaster" Target="/ppt/notesMasters/notesMaster1.xml" Id="Rd39ab328dfda4073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e900dd1d0311410a" /><Relationship Type="http://schemas.openxmlformats.org/officeDocument/2006/relationships/notesMaster" Target="/ppt/notesMasters/notesMaster1.xml" Id="R4f6c0bb3b3824b01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42ea4effb07945f3" /><Relationship Type="http://schemas.openxmlformats.org/officeDocument/2006/relationships/notesMaster" Target="/ppt/notesMasters/notesMaster1.xml" Id="Ra6af29a3d9564fe6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e182a77270d84abc" /><Relationship Type="http://schemas.openxmlformats.org/officeDocument/2006/relationships/notesMaster" Target="/ppt/notesMasters/notesMaster1.xml" Id="R6c8c86145c034a7b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742da74da6294d64" /><Relationship Type="http://schemas.openxmlformats.org/officeDocument/2006/relationships/notesMaster" Target="/ppt/notesMasters/notesMaster1.xml" Id="Rac2f96716b374631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07e4f3e8556e46c5" /><Relationship Type="http://schemas.openxmlformats.org/officeDocument/2006/relationships/notesMaster" Target="/ppt/notesMasters/notesMaster1.xml" Id="R0b8adc662e7644a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reference image: codex-clipboard-0ea210a6-7aa7-45d5-8baf-47462286ec59.png (visual reconstruction only).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e8d9c2b08a0420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69392e35c7c4954" /><Relationship Type="http://schemas.openxmlformats.org/officeDocument/2006/relationships/slideLayout" Target="/ppt/slideLayouts/slideLayout1.xml" Id="R47f8971da26246ff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7f8971da26246f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82f59ed20fd46d8" /><Relationship Type="http://schemas.openxmlformats.org/officeDocument/2006/relationships/notesSlide" Target="/ppt/notesSlides/notesSlide1.xml" Id="Rb2c0459621434e6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c51dcf0373148fd" /><Relationship Type="http://schemas.openxmlformats.org/officeDocument/2006/relationships/notesSlide" Target="/ppt/notesSlides/notesSlide2.xml" Id="R6a17c4123e65467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601e1ca00734995" /><Relationship Type="http://schemas.openxmlformats.org/officeDocument/2006/relationships/image" Target="/ppt/media/image.png" Id="Refffbf01ef594a5d" /><Relationship Type="http://schemas.openxmlformats.org/officeDocument/2006/relationships/notesSlide" Target="/ppt/notesSlides/notesSlide3.xml" Id="R2255f6cb0b53487c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eb55bab29da461a" /><Relationship Type="http://schemas.openxmlformats.org/officeDocument/2006/relationships/image" Target="/ppt/media/image.png" Id="Rf1d360d8c6c242de" /><Relationship Type="http://schemas.openxmlformats.org/officeDocument/2006/relationships/notesSlide" Target="/ppt/notesSlides/notesSlide4.xml" Id="Rdf6a0cc3149d458e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23f63c4c8b94afc" /><Relationship Type="http://schemas.openxmlformats.org/officeDocument/2006/relationships/image" Target="/ppt/media/image.png" Id="R0e00228d0488450e" /><Relationship Type="http://schemas.openxmlformats.org/officeDocument/2006/relationships/notesSlide" Target="/ppt/notesSlides/notesSlide5.xml" Id="R06d4a2916ae645de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7cb51dbb07c4971" /><Relationship Type="http://schemas.openxmlformats.org/officeDocument/2006/relationships/image" Target="/ppt/media/image.png" Id="R8bc2f75ca0374c6f" /><Relationship Type="http://schemas.openxmlformats.org/officeDocument/2006/relationships/notesSlide" Target="/ppt/notesSlides/notesSlide6.xml" Id="Rc5922f5524de4300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f3e2ea5733a4722" /><Relationship Type="http://schemas.openxmlformats.org/officeDocument/2006/relationships/image" Target="/ppt/media/image.png" Id="Ra4fedf66934440a5" /><Relationship Type="http://schemas.openxmlformats.org/officeDocument/2006/relationships/notesSlide" Target="/ppt/notesSlides/notesSlide7.xml" Id="R95cfdbd9cedf4a8c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2701244defc4884" /><Relationship Type="http://schemas.openxmlformats.org/officeDocument/2006/relationships/image" Target="/ppt/media/image.png" Id="Rd90ba5bb616342a6" /><Relationship Type="http://schemas.openxmlformats.org/officeDocument/2006/relationships/notesSlide" Target="/ppt/notesSlides/notesSlide8.xml" Id="R17afcb2ac98b4720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13a707d829e48ff" /><Relationship Type="http://schemas.openxmlformats.org/officeDocument/2006/relationships/image" Target="/ppt/media/image.png" Id="Rb58d5e8d1b4243ff" /><Relationship Type="http://schemas.openxmlformats.org/officeDocument/2006/relationships/notesSlide" Target="/ppt/notesSlides/notesSlide9.xml" Id="Rec90b508f57c4723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9aec6a870bd4df3" /><Relationship Type="http://schemas.openxmlformats.org/officeDocument/2006/relationships/image" Target="/ppt/media/image.png" Id="Rf6a6a83ac0794423" /><Relationship Type="http://schemas.openxmlformats.org/officeDocument/2006/relationships/notesSlide" Target="/ppt/notesSlides/notesSlide10.xml" Id="R36655afea8654f97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06d20ddfd9d41ac" /><Relationship Type="http://schemas.openxmlformats.org/officeDocument/2006/relationships/image" Target="/ppt/media/image.png" Id="R6be74c7a99f149b6" /><Relationship Type="http://schemas.openxmlformats.org/officeDocument/2006/relationships/notesSlide" Target="/ppt/notesSlides/notesSlide11.xml" Id="R04bc038b46514512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b2c2259856a43f1" /><Relationship Type="http://schemas.openxmlformats.org/officeDocument/2006/relationships/image" Target="/ppt/media/image2.png" Id="R27651242754f424b" /><Relationship Type="http://schemas.openxmlformats.org/officeDocument/2006/relationships/notesSlide" Target="/ppt/notesSlides/notesSlide12.xml" Id="R21d5f55f494d46d9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9ee06808c5447a8" /><Relationship Type="http://schemas.openxmlformats.org/officeDocument/2006/relationships/image" Target="/ppt/media/image2.png" Id="Rd9f2ec55c8b5440a" /><Relationship Type="http://schemas.openxmlformats.org/officeDocument/2006/relationships/image" Target="/ppt/media/image.jpeg" Id="Rf0e27d25f20344b9" /><Relationship Type="http://schemas.openxmlformats.org/officeDocument/2006/relationships/notesSlide" Target="/ppt/notesSlides/notesSlide13.xml" Id="R5b3521fb8fce4fa7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ab6fcef75124c75" /><Relationship Type="http://schemas.openxmlformats.org/officeDocument/2006/relationships/image" Target="/ppt/media/image3.png" Id="R540680614a6344de" /><Relationship Type="http://schemas.openxmlformats.org/officeDocument/2006/relationships/notesSlide" Target="/ppt/notesSlides/notesSlide14.xml" Id="R13b8fd51492544dd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294b8f5deef4442" /><Relationship Type="http://schemas.openxmlformats.org/officeDocument/2006/relationships/notesSlide" Target="/ppt/notesSlides/notesSlide15.xml" Id="Ref5a8dd156e54d2e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58785dfa6f64ee8" /><Relationship Type="http://schemas.openxmlformats.org/officeDocument/2006/relationships/notesSlide" Target="/ppt/notesSlides/notesSlide16.xml" Id="R1d45e04da9d04213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d057e50b7ea473a" /><Relationship Type="http://schemas.openxmlformats.org/officeDocument/2006/relationships/notesSlide" Target="/ppt/notesSlides/notesSlide17.xml" Id="R0ded102bce0b4794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72142f32e7d4623" /><Relationship Type="http://schemas.openxmlformats.org/officeDocument/2006/relationships/image" Target="/ppt/media/image2.jpeg" Id="R385783d1941f42fa" /><Relationship Type="http://schemas.openxmlformats.org/officeDocument/2006/relationships/notesSlide" Target="/ppt/notesSlides/notesSlide18.xml" Id="R8a6a37be51ab4e14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4cda78163924406" /><Relationship Type="http://schemas.openxmlformats.org/officeDocument/2006/relationships/notesSlide" Target="/ppt/notesSlides/notesSlide19.xml" Id="R4a408787912f4016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64b7c8d70b140f4" /><Relationship Type="http://schemas.openxmlformats.org/officeDocument/2006/relationships/notesSlide" Target="/ppt/notesSlides/notesSlide20.xml" Id="R6e42633645bd45d5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9" name="left-orange-vertical">
            <a:extLst xmlns:a="http://schemas.openxmlformats.org/drawingml/2006/main">
              <a:ext uri="{FF2B5EF4-FFF2-40B4-BE49-F238E27FC236}">
                <a16:creationId xmlns:a16="http://schemas.microsoft.com/office/drawing/2014/main" id="{1698CACF-D56D-4919-8CF6-FFADA90E6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238500"/>
            <a:ext cx="0" cy="16478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5725">
            <a:solidFill>
              <a:srgbClr val="F5A128"/>
            </a:solidFill>
            <a:prstDash val="solid"/>
          </a:ln>
        </p:spPr>
      </p:sp>
      <p:sp>
        <p:nvSpPr>
          <p:cNvPr id="2" name="left-orange-horizontal">
            <a:extLst xmlns:a="http://schemas.openxmlformats.org/drawingml/2006/main">
              <a:ext uri="{FF2B5EF4-FFF2-40B4-BE49-F238E27FC236}">
                <a16:creationId xmlns:a16="http://schemas.microsoft.com/office/drawing/2014/main" id="{AF76AEE2-BA2A-45AC-B805-D5BC5197F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886325"/>
            <a:ext cx="24193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5725">
            <a:solidFill>
              <a:srgbClr val="F5A128"/>
            </a:solidFill>
            <a:prstDash val="solid"/>
          </a:ln>
        </p:spPr>
      </p:sp>
      <p:sp>
        <p:nvSpPr>
          <p:cNvPr id="3" name="left-loop-arrow">
            <a:extLst xmlns:a="http://schemas.openxmlformats.org/drawingml/2006/main">
              <a:ext uri="{FF2B5EF4-FFF2-40B4-BE49-F238E27FC236}">
                <a16:creationId xmlns:a16="http://schemas.microsoft.com/office/drawing/2014/main" id="{7406770C-A6A2-4544-B71E-031ED0F26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4762500"/>
            <a:ext cx="333375" cy="25717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5A128"/>
          </a:solidFill>
          <a:ln xmlns:a="http://schemas.openxmlformats.org/drawingml/2006/main" w="9525">
            <a:solidFill>
              <a:srgbClr val="F5A128"/>
            </a:solidFill>
            <a:prstDash val="solid"/>
          </a:ln>
        </p:spPr>
      </p:sp>
      <p:sp>
        <p:nvSpPr>
          <p:cNvPr id="4" name="left-up-arrow">
            <a:extLst xmlns:a="http://schemas.openxmlformats.org/drawingml/2006/main">
              <a:ext uri="{FF2B5EF4-FFF2-40B4-BE49-F238E27FC236}">
                <a16:creationId xmlns:a16="http://schemas.microsoft.com/office/drawing/2014/main" id="{575D66F8-BBF4-44AF-A980-FA6360974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190875"/>
            <a:ext cx="304800" cy="381000"/>
          </a:xfrm>
          <a:prstGeom xmlns:a="http://schemas.openxmlformats.org/drawingml/2006/main" prst="upArrow">
            <a:avLst/>
          </a:prstGeom>
          <a:solidFill xmlns:a="http://schemas.openxmlformats.org/drawingml/2006/main">
            <a:srgbClr val="F5A128"/>
          </a:solidFill>
          <a:ln xmlns:a="http://schemas.openxmlformats.org/drawingml/2006/main" w="9525">
            <a:solidFill>
              <a:srgbClr val="F5A128"/>
            </a:solidFill>
            <a:prstDash val="solid"/>
          </a:ln>
        </p:spPr>
      </p:sp>
      <p:sp>
        <p:nvSpPr>
          <p:cNvPr id="5" name="rs422-line">
            <a:extLst xmlns:a="http://schemas.openxmlformats.org/drawingml/2006/main">
              <a:ext uri="{FF2B5EF4-FFF2-40B4-BE49-F238E27FC236}">
                <a16:creationId xmlns:a16="http://schemas.microsoft.com/office/drawing/2014/main" id="{8C26C8A1-3DD7-4067-BEA7-1E919D195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943225"/>
            <a:ext cx="0" cy="16097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5725">
            <a:solidFill>
              <a:srgbClr val="F5A128"/>
            </a:solidFill>
            <a:prstDash val="solid"/>
          </a:ln>
        </p:spPr>
      </p:sp>
      <p:sp>
        <p:nvSpPr>
          <p:cNvPr id="6" name="rs422-up">
            <a:extLst xmlns:a="http://schemas.openxmlformats.org/drawingml/2006/main">
              <a:ext uri="{FF2B5EF4-FFF2-40B4-BE49-F238E27FC236}">
                <a16:creationId xmlns:a16="http://schemas.microsoft.com/office/drawing/2014/main" id="{0F8F436B-47C4-4494-AEA0-C3650DA82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886075"/>
            <a:ext cx="304800" cy="361950"/>
          </a:xfrm>
          <a:prstGeom xmlns:a="http://schemas.openxmlformats.org/drawingml/2006/main" prst="upArrow">
            <a:avLst/>
          </a:prstGeom>
          <a:solidFill xmlns:a="http://schemas.openxmlformats.org/drawingml/2006/main">
            <a:srgbClr val="F5A128"/>
          </a:solidFill>
          <a:ln xmlns:a="http://schemas.openxmlformats.org/drawingml/2006/main" w="9525">
            <a:solidFill>
              <a:srgbClr val="F5A128"/>
            </a:solidFill>
            <a:prstDash val="solid"/>
          </a:ln>
        </p:spPr>
      </p:sp>
      <p:sp>
        <p:nvSpPr>
          <p:cNvPr id="7" name="rs422-down">
            <a:extLst xmlns:a="http://schemas.openxmlformats.org/drawingml/2006/main">
              <a:ext uri="{FF2B5EF4-FFF2-40B4-BE49-F238E27FC236}">
                <a16:creationId xmlns:a16="http://schemas.microsoft.com/office/drawing/2014/main" id="{FD8580F5-EE39-43A8-965B-D0A09C21F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4371975"/>
            <a:ext cx="304800" cy="36195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F5A128"/>
          </a:solidFill>
          <a:ln xmlns:a="http://schemas.openxmlformats.org/drawingml/2006/main" w="9525">
            <a:solidFill>
              <a:srgbClr val="F5A128"/>
            </a:solidFill>
            <a:prstDash val="solid"/>
          </a:ln>
        </p:spPr>
      </p:sp>
      <p:sp>
        <p:nvSpPr>
          <p:cNvPr id="8" name="right-orange-horizontal">
            <a:extLst xmlns:a="http://schemas.openxmlformats.org/drawingml/2006/main">
              <a:ext uri="{FF2B5EF4-FFF2-40B4-BE49-F238E27FC236}">
                <a16:creationId xmlns:a16="http://schemas.microsoft.com/office/drawing/2014/main" id="{EF50DF87-1637-4DF3-A51F-CF98A13A4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6475" y="4886325"/>
            <a:ext cx="25431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5725">
            <a:solidFill>
              <a:srgbClr val="F5A128"/>
            </a:solidFill>
            <a:prstDash val="solid"/>
          </a:ln>
        </p:spPr>
      </p:sp>
      <p:sp>
        <p:nvSpPr>
          <p:cNvPr id="9" name="right-orange-vertical">
            <a:extLst xmlns:a="http://schemas.openxmlformats.org/drawingml/2006/main">
              <a:ext uri="{FF2B5EF4-FFF2-40B4-BE49-F238E27FC236}">
                <a16:creationId xmlns:a16="http://schemas.microsoft.com/office/drawing/2014/main" id="{35082E65-871F-4366-87AA-C2E6ABC61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2457450"/>
            <a:ext cx="0" cy="24288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5725">
            <a:solidFill>
              <a:srgbClr val="F5A128"/>
            </a:solidFill>
            <a:prstDash val="solid"/>
          </a:ln>
        </p:spPr>
      </p:sp>
      <p:sp>
        <p:nvSpPr>
          <p:cNvPr id="10" name="right-loop-left">
            <a:extLst xmlns:a="http://schemas.openxmlformats.org/drawingml/2006/main">
              <a:ext uri="{FF2B5EF4-FFF2-40B4-BE49-F238E27FC236}">
                <a16:creationId xmlns:a16="http://schemas.microsoft.com/office/drawing/2014/main" id="{ECEF45D8-C119-4967-8BEF-A561F3E94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4762500"/>
            <a:ext cx="333375" cy="257175"/>
          </a:xfrm>
          <a:prstGeom xmlns:a="http://schemas.openxmlformats.org/drawingml/2006/main" prst="leftArrow">
            <a:avLst/>
          </a:prstGeom>
          <a:solidFill xmlns:a="http://schemas.openxmlformats.org/drawingml/2006/main">
            <a:srgbClr val="F5A128"/>
          </a:solidFill>
          <a:ln xmlns:a="http://schemas.openxmlformats.org/drawingml/2006/main" w="9525">
            <a:solidFill>
              <a:srgbClr val="F5A128"/>
            </a:solidFill>
            <a:prstDash val="solid"/>
          </a:ln>
        </p:spPr>
      </p:sp>
      <p:sp>
        <p:nvSpPr>
          <p:cNvPr id="11" name="right-up-arrow">
            <a:extLst xmlns:a="http://schemas.openxmlformats.org/drawingml/2006/main">
              <a:ext uri="{FF2B5EF4-FFF2-40B4-BE49-F238E27FC236}">
                <a16:creationId xmlns:a16="http://schemas.microsoft.com/office/drawing/2014/main" id="{BB00AB32-2449-425B-A30D-76458EF0B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343150"/>
            <a:ext cx="304800" cy="381000"/>
          </a:xfrm>
          <a:prstGeom xmlns:a="http://schemas.openxmlformats.org/drawingml/2006/main" prst="upArrow">
            <a:avLst/>
          </a:prstGeom>
          <a:solidFill xmlns:a="http://schemas.openxmlformats.org/drawingml/2006/main">
            <a:srgbClr val="F5A128"/>
          </a:solidFill>
          <a:ln xmlns:a="http://schemas.openxmlformats.org/drawingml/2006/main" w="9525">
            <a:solidFill>
              <a:srgbClr val="F5A128"/>
            </a:solidFill>
            <a:prstDash val="solid"/>
          </a:ln>
        </p:spPr>
      </p:sp>
      <p:sp>
        <p:nvSpPr>
          <p:cNvPr id="12" name="data-up">
            <a:extLst xmlns:a="http://schemas.openxmlformats.org/drawingml/2006/main">
              <a:ext uri="{FF2B5EF4-FFF2-40B4-BE49-F238E27FC236}">
                <a16:creationId xmlns:a16="http://schemas.microsoft.com/office/drawing/2014/main" id="{8936BBBC-F927-45FB-8906-3EC11533D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5095875"/>
            <a:ext cx="323850" cy="476250"/>
          </a:xfrm>
          <a:prstGeom xmlns:a="http://schemas.openxmlformats.org/drawingml/2006/main" prst="upArrow">
            <a:avLst/>
          </a:prstGeom>
          <a:solidFill xmlns:a="http://schemas.openxmlformats.org/drawingml/2006/main">
            <a:srgbClr val="3F69A8"/>
          </a:solidFill>
          <a:ln xmlns:a="http://schemas.openxmlformats.org/drawingml/2006/main" w="9525">
            <a:solidFill>
              <a:srgbClr val="3F69A8"/>
            </a:solidFill>
            <a:prstDash val="solid"/>
          </a:ln>
        </p:spPr>
      </p:sp>
      <p:sp>
        <p:nvSpPr>
          <p:cNvPr id="13" name="data-down">
            <a:extLst xmlns:a="http://schemas.openxmlformats.org/drawingml/2006/main">
              <a:ext uri="{FF2B5EF4-FFF2-40B4-BE49-F238E27FC236}">
                <a16:creationId xmlns:a16="http://schemas.microsoft.com/office/drawing/2014/main" id="{897726E2-DA90-4CE7-B1DA-A07B907BC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5476875"/>
            <a:ext cx="323850" cy="47625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3F69A8"/>
          </a:solidFill>
          <a:ln xmlns:a="http://schemas.openxmlformats.org/drawingml/2006/main" w="9525">
            <a:solidFill>
              <a:srgbClr val="3F69A8"/>
            </a:solidFill>
            <a:prstDash val="solid"/>
          </a:ln>
        </p:spPr>
      </p:sp>
      <p:sp>
        <p:nvSpPr>
          <p:cNvPr id="14" name="power-up">
            <a:extLst xmlns:a="http://schemas.openxmlformats.org/drawingml/2006/main">
              <a:ext uri="{FF2B5EF4-FFF2-40B4-BE49-F238E27FC236}">
                <a16:creationId xmlns:a16="http://schemas.microsoft.com/office/drawing/2014/main" id="{C3A4351D-6A0D-44A5-98D7-05C6E8958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2905125"/>
            <a:ext cx="361950" cy="3057525"/>
          </a:xfrm>
          <a:prstGeom xmlns:a="http://schemas.openxmlformats.org/drawingml/2006/main" prst="upArrow">
            <a:avLst/>
          </a:prstGeom>
          <a:solidFill xmlns:a="http://schemas.openxmlformats.org/drawingml/2006/main">
            <a:srgbClr val="3F69A8"/>
          </a:solidFill>
          <a:ln xmlns:a="http://schemas.openxmlformats.org/drawingml/2006/main" w="9525">
            <a:solidFill>
              <a:srgbClr val="3F69A8"/>
            </a:solidFill>
            <a:prstDash val="solid"/>
          </a:ln>
        </p:spPr>
      </p:sp>
      <p:sp>
        <p:nvSpPr>
          <p:cNvPr id="15" name="ccd-dashed-link">
            <a:extLst xmlns:a="http://schemas.openxmlformats.org/drawingml/2006/main">
              <a:ext uri="{FF2B5EF4-FFF2-40B4-BE49-F238E27FC236}">
                <a16:creationId xmlns:a16="http://schemas.microsoft.com/office/drawing/2014/main" id="{433DD0B9-2DCC-422D-A4EB-A85BD7998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257300"/>
            <a:ext cx="1943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3F69A8"/>
            </a:solidFill>
            <a:prstDash val="dash"/>
          </a:ln>
        </p:spPr>
      </p:sp>
      <p:sp>
        <p:nvSpPr>
          <p:cNvPr id="16" name="ccd-left-arrow">
            <a:extLst xmlns:a="http://schemas.openxmlformats.org/drawingml/2006/main">
              <a:ext uri="{FF2B5EF4-FFF2-40B4-BE49-F238E27FC236}">
                <a16:creationId xmlns:a16="http://schemas.microsoft.com/office/drawing/2014/main" id="{F222F5A4-F7C6-49FB-937C-114F43942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81675" y="1143000"/>
            <a:ext cx="295275" cy="238125"/>
          </a:xfrm>
          <a:prstGeom xmlns:a="http://schemas.openxmlformats.org/drawingml/2006/main" prst="leftArrow">
            <a:avLst/>
          </a:prstGeom>
          <a:solidFill xmlns:a="http://schemas.openxmlformats.org/drawingml/2006/main">
            <a:srgbClr val="3F69A8"/>
          </a:solidFill>
          <a:ln xmlns:a="http://schemas.openxmlformats.org/drawingml/2006/main" w="9525">
            <a:solidFill>
              <a:srgbClr val="3F69A8"/>
            </a:solidFill>
            <a:prstDash val="solid"/>
          </a:ln>
        </p:spPr>
      </p:sp>
      <p:sp>
        <p:nvSpPr>
          <p:cNvPr id="17" name="left-module-boundary">
            <a:extLst xmlns:a="http://schemas.openxmlformats.org/drawingml/2006/main">
              <a:ext uri="{FF2B5EF4-FFF2-40B4-BE49-F238E27FC236}">
                <a16:creationId xmlns:a16="http://schemas.microsoft.com/office/drawing/2014/main" id="{438F1509-8D37-4D4E-9CCF-6C2358CFB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" y="19050"/>
            <a:ext cx="1809750" cy="3009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91F26"/>
            </a:solidFill>
            <a:prstDash val="dash"/>
          </a:ln>
        </p:spPr>
      </p:sp>
      <p:sp>
        <p:nvSpPr>
          <p:cNvPr id="18" name="small-flow-module">
            <a:extLst xmlns:a="http://schemas.openxmlformats.org/drawingml/2006/main">
              <a:ext uri="{FF2B5EF4-FFF2-40B4-BE49-F238E27FC236}">
                <a16:creationId xmlns:a16="http://schemas.microsoft.com/office/drawing/2014/main" id="{6D146D16-49BE-4884-9C20-227C3D6C7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" y="190500"/>
            <a:ext cx="1381125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7F0"/>
          </a:solidFill>
          <a:ln xmlns:a="http://schemas.openxmlformats.org/drawingml/2006/main" w="19050">
            <a:solidFill>
              <a:srgbClr val="333333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111111"/>
                </a:solidFill>
              </a:defRPr>
            </a:pPr>
            <a:r>
              <a:rPr sz="1650" b="1">
                <a:solidFill>
                  <a:srgbClr val="111111"/>
                </a:solidFill>
              </a:rPr>
              <a:t>小流量供</a:t>
            </a:r>
            <a:endParaRPr sz="1650" b="1">
              <a:solidFill>
                <a:srgbClr val="111111"/>
              </a:solidFill>
            </a:endParaRPr>
          </a:p>
          <a:p xmlns:a="http://schemas.openxmlformats.org/drawingml/2006/main">
            <a:pPr algn="ctr">
              <a:buNone/>
              <a:defRPr sz="1650" b="1">
                <a:solidFill>
                  <a:srgbClr val="111111"/>
                </a:solidFill>
              </a:defRPr>
            </a:pPr>
            <a:r>
              <a:rPr sz="1650" b="1">
                <a:solidFill>
                  <a:srgbClr val="111111"/>
                </a:solidFill>
              </a:rPr>
              <a:t>液模块</a:t>
            </a:r>
            <a:endParaRPr sz="1650" b="1">
              <a:solidFill>
                <a:srgbClr val="111111"/>
              </a:solidFill>
            </a:endParaRPr>
          </a:p>
        </p:txBody>
      </p:sp>
      <p:sp>
        <p:nvSpPr>
          <p:cNvPr id="19" name="large-flow-module">
            <a:extLst xmlns:a="http://schemas.openxmlformats.org/drawingml/2006/main">
              <a:ext uri="{FF2B5EF4-FFF2-40B4-BE49-F238E27FC236}">
                <a16:creationId xmlns:a16="http://schemas.microsoft.com/office/drawing/2014/main" id="{C4495A33-DC27-4CDA-9C44-46F317A6F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" y="1695450"/>
            <a:ext cx="1381125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7F0"/>
          </a:solidFill>
          <a:ln xmlns:a="http://schemas.openxmlformats.org/drawingml/2006/main" w="19050">
            <a:solidFill>
              <a:srgbClr val="333333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111111"/>
                </a:solidFill>
              </a:defRPr>
            </a:pPr>
            <a:r>
              <a:rPr sz="1650" b="1">
                <a:solidFill>
                  <a:srgbClr val="111111"/>
                </a:solidFill>
              </a:rPr>
              <a:t>大流量供</a:t>
            </a:r>
            <a:endParaRPr sz="1650" b="1">
              <a:solidFill>
                <a:srgbClr val="111111"/>
              </a:solidFill>
            </a:endParaRPr>
          </a:p>
          <a:p xmlns:a="http://schemas.openxmlformats.org/drawingml/2006/main">
            <a:pPr algn="ctr">
              <a:buNone/>
              <a:defRPr sz="1650" b="1">
                <a:solidFill>
                  <a:srgbClr val="111111"/>
                </a:solidFill>
              </a:defRPr>
            </a:pPr>
            <a:r>
              <a:rPr sz="1650" b="1">
                <a:solidFill>
                  <a:srgbClr val="111111"/>
                </a:solidFill>
              </a:rPr>
              <a:t>液模块</a:t>
            </a:r>
            <a:endParaRPr sz="1650" b="1">
              <a:solidFill>
                <a:srgbClr val="111111"/>
              </a:solidFill>
            </a:endParaRPr>
          </a:p>
        </p:txBody>
      </p:sp>
      <p:sp>
        <p:nvSpPr>
          <p:cNvPr id="20" name="y52-pipe">
            <a:extLst xmlns:a="http://schemas.openxmlformats.org/drawingml/2006/main">
              <a:ext uri="{FF2B5EF4-FFF2-40B4-BE49-F238E27FC236}">
                <a16:creationId xmlns:a16="http://schemas.microsoft.com/office/drawing/2014/main" id="{64E75C43-08C6-42A1-87FD-4359BDCCD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476250"/>
            <a:ext cx="16954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D91F26"/>
            </a:solidFill>
            <a:prstDash val="solid"/>
          </a:ln>
        </p:spPr>
      </p:sp>
      <p:sp>
        <p:nvSpPr>
          <p:cNvPr id="21" name="y51-pipe">
            <a:extLst xmlns:a="http://schemas.openxmlformats.org/drawingml/2006/main">
              <a:ext uri="{FF2B5EF4-FFF2-40B4-BE49-F238E27FC236}">
                <a16:creationId xmlns:a16="http://schemas.microsoft.com/office/drawing/2014/main" id="{17FF3D97-8522-4B58-B346-A5182B28A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885825"/>
            <a:ext cx="16954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D91F26"/>
            </a:solidFill>
            <a:prstDash val="solid"/>
          </a:ln>
        </p:spPr>
      </p:sp>
      <p:sp>
        <p:nvSpPr>
          <p:cNvPr id="22" name="y54-pipe">
            <a:extLst xmlns:a="http://schemas.openxmlformats.org/drawingml/2006/main">
              <a:ext uri="{FF2B5EF4-FFF2-40B4-BE49-F238E27FC236}">
                <a16:creationId xmlns:a16="http://schemas.microsoft.com/office/drawing/2014/main" id="{5E00BEA2-CCF9-4304-83A8-14E5CA8D4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2000250"/>
            <a:ext cx="16954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D91F26"/>
            </a:solidFill>
            <a:prstDash val="solid"/>
          </a:ln>
        </p:spPr>
      </p:sp>
      <p:sp>
        <p:nvSpPr>
          <p:cNvPr id="23" name="y53-pipe">
            <a:extLst xmlns:a="http://schemas.openxmlformats.org/drawingml/2006/main">
              <a:ext uri="{FF2B5EF4-FFF2-40B4-BE49-F238E27FC236}">
                <a16:creationId xmlns:a16="http://schemas.microsoft.com/office/drawing/2014/main" id="{1D5AB8F3-F9E9-4805-A546-6F6220BFD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2409825"/>
            <a:ext cx="16954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D91F26"/>
            </a:solidFill>
            <a:prstDash val="solid"/>
          </a:ln>
        </p:spPr>
      </p:sp>
      <p:sp>
        <p:nvSpPr>
          <p:cNvPr id="24" name="y52">
            <a:extLst xmlns:a="http://schemas.openxmlformats.org/drawingml/2006/main">
              <a:ext uri="{FF2B5EF4-FFF2-40B4-BE49-F238E27FC236}">
                <a16:creationId xmlns:a16="http://schemas.microsoft.com/office/drawing/2014/main" id="{A92B58D6-952E-4870-B2DC-7EA7AE74D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5925" y="152400"/>
            <a:ext cx="5238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3F69A8"/>
                </a:solidFill>
              </a:defRPr>
            </a:pPr>
            <a:r>
              <a:rPr sz="1350" b="1">
                <a:solidFill>
                  <a:srgbClr val="3F69A8"/>
                </a:solidFill>
              </a:rPr>
              <a:t>Y52</a:t>
            </a:r>
            <a:endParaRPr sz="1350" b="1">
              <a:solidFill>
                <a:srgbClr val="3F69A8"/>
              </a:solidFill>
            </a:endParaRPr>
          </a:p>
        </p:txBody>
      </p:sp>
      <p:sp>
        <p:nvSpPr>
          <p:cNvPr id="25" name="y61">
            <a:extLst xmlns:a="http://schemas.openxmlformats.org/drawingml/2006/main">
              <a:ext uri="{FF2B5EF4-FFF2-40B4-BE49-F238E27FC236}">
                <a16:creationId xmlns:a16="http://schemas.microsoft.com/office/drawing/2014/main" id="{B57056D7-88F9-4FF8-BDFC-9958F1000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152400"/>
            <a:ext cx="5524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D91F26"/>
                </a:solidFill>
              </a:defRPr>
            </a:pPr>
            <a:r>
              <a:rPr sz="1350" b="1">
                <a:solidFill>
                  <a:srgbClr val="D91F26"/>
                </a:solidFill>
              </a:rPr>
              <a:t>Y61</a:t>
            </a:r>
            <a:endParaRPr sz="1350" b="1">
              <a:solidFill>
                <a:srgbClr val="D91F26"/>
              </a:solidFill>
            </a:endParaRPr>
          </a:p>
        </p:txBody>
      </p:sp>
      <p:sp>
        <p:nvSpPr>
          <p:cNvPr id="26" name="dn8a">
            <a:extLst xmlns:a="http://schemas.openxmlformats.org/drawingml/2006/main">
              <a:ext uri="{FF2B5EF4-FFF2-40B4-BE49-F238E27FC236}">
                <a16:creationId xmlns:a16="http://schemas.microsoft.com/office/drawing/2014/main" id="{3E1C531A-A231-4E65-A06A-C2790EBBA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19325" y="485775"/>
            <a:ext cx="66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111111"/>
                </a:solidFill>
              </a:defRPr>
            </a:pPr>
            <a:r>
              <a:rPr sz="1275" b="1">
                <a:solidFill>
                  <a:srgbClr val="111111"/>
                </a:solidFill>
              </a:rPr>
              <a:t>DN8</a:t>
            </a:r>
            <a:endParaRPr sz="1275" b="1">
              <a:solidFill>
                <a:srgbClr val="111111"/>
              </a:solidFill>
            </a:endParaRPr>
          </a:p>
        </p:txBody>
      </p:sp>
      <p:sp>
        <p:nvSpPr>
          <p:cNvPr id="27" name="y51">
            <a:extLst xmlns:a="http://schemas.openxmlformats.org/drawingml/2006/main">
              <a:ext uri="{FF2B5EF4-FFF2-40B4-BE49-F238E27FC236}">
                <a16:creationId xmlns:a16="http://schemas.microsoft.com/office/drawing/2014/main" id="{4556DC60-4D34-44AE-8D1C-03068BAAE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5925" y="685800"/>
            <a:ext cx="5238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3F69A8"/>
                </a:solidFill>
              </a:defRPr>
            </a:pPr>
            <a:r>
              <a:rPr sz="1350" b="1">
                <a:solidFill>
                  <a:srgbClr val="3F69A8"/>
                </a:solidFill>
              </a:rPr>
              <a:t>Y51</a:t>
            </a:r>
            <a:endParaRPr sz="1350" b="1">
              <a:solidFill>
                <a:srgbClr val="3F69A8"/>
              </a:solidFill>
            </a:endParaRPr>
          </a:p>
        </p:txBody>
      </p:sp>
      <p:sp>
        <p:nvSpPr>
          <p:cNvPr id="28" name="y64">
            <a:extLst xmlns:a="http://schemas.openxmlformats.org/drawingml/2006/main">
              <a:ext uri="{FF2B5EF4-FFF2-40B4-BE49-F238E27FC236}">
                <a16:creationId xmlns:a16="http://schemas.microsoft.com/office/drawing/2014/main" id="{E5820675-3024-4685-8092-429EEA0AC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685800"/>
            <a:ext cx="5524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D91F26"/>
                </a:solidFill>
              </a:defRPr>
            </a:pPr>
            <a:r>
              <a:rPr sz="1350" b="1">
                <a:solidFill>
                  <a:srgbClr val="D91F26"/>
                </a:solidFill>
              </a:rPr>
              <a:t>Y64</a:t>
            </a:r>
            <a:endParaRPr sz="1350" b="1">
              <a:solidFill>
                <a:srgbClr val="D91F26"/>
              </a:solidFill>
            </a:endParaRPr>
          </a:p>
        </p:txBody>
      </p:sp>
      <p:sp>
        <p:nvSpPr>
          <p:cNvPr id="29" name="dn8b">
            <a:extLst xmlns:a="http://schemas.openxmlformats.org/drawingml/2006/main">
              <a:ext uri="{FF2B5EF4-FFF2-40B4-BE49-F238E27FC236}">
                <a16:creationId xmlns:a16="http://schemas.microsoft.com/office/drawing/2014/main" id="{A92770E7-BA7D-4D95-A786-F40437E4B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19325" y="895350"/>
            <a:ext cx="66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111111"/>
                </a:solidFill>
              </a:defRPr>
            </a:pPr>
            <a:r>
              <a:rPr sz="1275" b="1">
                <a:solidFill>
                  <a:srgbClr val="111111"/>
                </a:solidFill>
              </a:rPr>
              <a:t>DN8</a:t>
            </a:r>
            <a:endParaRPr sz="1275" b="1">
              <a:solidFill>
                <a:srgbClr val="111111"/>
              </a:solidFill>
            </a:endParaRPr>
          </a:p>
        </p:txBody>
      </p:sp>
      <p:sp>
        <p:nvSpPr>
          <p:cNvPr id="30" name="y54">
            <a:extLst xmlns:a="http://schemas.openxmlformats.org/drawingml/2006/main">
              <a:ext uri="{FF2B5EF4-FFF2-40B4-BE49-F238E27FC236}">
                <a16:creationId xmlns:a16="http://schemas.microsoft.com/office/drawing/2014/main" id="{B29A5139-6071-45A0-BC7B-2D6D949AB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5925" y="1676400"/>
            <a:ext cx="5238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3F69A8"/>
                </a:solidFill>
              </a:defRPr>
            </a:pPr>
            <a:r>
              <a:rPr sz="1350" b="1">
                <a:solidFill>
                  <a:srgbClr val="3F69A8"/>
                </a:solidFill>
              </a:rPr>
              <a:t>Y54</a:t>
            </a:r>
            <a:endParaRPr sz="1350" b="1">
              <a:solidFill>
                <a:srgbClr val="3F69A8"/>
              </a:solidFill>
            </a:endParaRPr>
          </a:p>
        </p:txBody>
      </p:sp>
      <p:sp>
        <p:nvSpPr>
          <p:cNvPr id="31" name="y62">
            <a:extLst xmlns:a="http://schemas.openxmlformats.org/drawingml/2006/main">
              <a:ext uri="{FF2B5EF4-FFF2-40B4-BE49-F238E27FC236}">
                <a16:creationId xmlns:a16="http://schemas.microsoft.com/office/drawing/2014/main" id="{4B60B0DC-7F01-4850-85D0-EC3B48189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1676400"/>
            <a:ext cx="5524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D91F26"/>
                </a:solidFill>
              </a:defRPr>
            </a:pPr>
            <a:r>
              <a:rPr sz="1350" b="1">
                <a:solidFill>
                  <a:srgbClr val="D91F26"/>
                </a:solidFill>
              </a:rPr>
              <a:t>Y62</a:t>
            </a:r>
            <a:endParaRPr sz="1350" b="1">
              <a:solidFill>
                <a:srgbClr val="D91F26"/>
              </a:solidFill>
            </a:endParaRPr>
          </a:p>
        </p:txBody>
      </p:sp>
      <p:sp>
        <p:nvSpPr>
          <p:cNvPr id="32" name="dn12a">
            <a:extLst xmlns:a="http://schemas.openxmlformats.org/drawingml/2006/main">
              <a:ext uri="{FF2B5EF4-FFF2-40B4-BE49-F238E27FC236}">
                <a16:creationId xmlns:a16="http://schemas.microsoft.com/office/drawing/2014/main" id="{5685493E-2790-4587-B2F8-B59A7DA7A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2000250"/>
            <a:ext cx="7905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111111"/>
                </a:solidFill>
              </a:defRPr>
            </a:pPr>
            <a:r>
              <a:rPr sz="1275" b="1">
                <a:solidFill>
                  <a:srgbClr val="111111"/>
                </a:solidFill>
              </a:rPr>
              <a:t>DN12</a:t>
            </a:r>
            <a:endParaRPr sz="1275" b="1">
              <a:solidFill>
                <a:srgbClr val="111111"/>
              </a:solidFill>
            </a:endParaRPr>
          </a:p>
        </p:txBody>
      </p:sp>
      <p:sp>
        <p:nvSpPr>
          <p:cNvPr id="33" name="y53">
            <a:extLst xmlns:a="http://schemas.openxmlformats.org/drawingml/2006/main">
              <a:ext uri="{FF2B5EF4-FFF2-40B4-BE49-F238E27FC236}">
                <a16:creationId xmlns:a16="http://schemas.microsoft.com/office/drawing/2014/main" id="{EBED0B4E-94DB-425A-B559-6CF4D96FC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5925" y="2085975"/>
            <a:ext cx="5238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3F69A8"/>
                </a:solidFill>
              </a:defRPr>
            </a:pPr>
            <a:r>
              <a:rPr sz="1350" b="1">
                <a:solidFill>
                  <a:srgbClr val="3F69A8"/>
                </a:solidFill>
              </a:rPr>
              <a:t>Y53</a:t>
            </a:r>
            <a:endParaRPr sz="1350" b="1">
              <a:solidFill>
                <a:srgbClr val="3F69A8"/>
              </a:solidFill>
            </a:endParaRPr>
          </a:p>
        </p:txBody>
      </p:sp>
      <p:sp>
        <p:nvSpPr>
          <p:cNvPr id="34" name="y63">
            <a:extLst xmlns:a="http://schemas.openxmlformats.org/drawingml/2006/main">
              <a:ext uri="{FF2B5EF4-FFF2-40B4-BE49-F238E27FC236}">
                <a16:creationId xmlns:a16="http://schemas.microsoft.com/office/drawing/2014/main" id="{F1202213-F19E-4E28-BFB7-4F51620EE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2085975"/>
            <a:ext cx="5524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D91F26"/>
                </a:solidFill>
              </a:defRPr>
            </a:pPr>
            <a:r>
              <a:rPr sz="1350" b="1">
                <a:solidFill>
                  <a:srgbClr val="D91F26"/>
                </a:solidFill>
              </a:rPr>
              <a:t>Y63</a:t>
            </a:r>
            <a:endParaRPr sz="1350" b="1">
              <a:solidFill>
                <a:srgbClr val="D91F26"/>
              </a:solidFill>
            </a:endParaRPr>
          </a:p>
        </p:txBody>
      </p:sp>
      <p:sp>
        <p:nvSpPr>
          <p:cNvPr id="35" name="dn12b">
            <a:extLst xmlns:a="http://schemas.openxmlformats.org/drawingml/2006/main">
              <a:ext uri="{FF2B5EF4-FFF2-40B4-BE49-F238E27FC236}">
                <a16:creationId xmlns:a16="http://schemas.microsoft.com/office/drawing/2014/main" id="{89759DAF-CE94-4751-9505-E234AB940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2419350"/>
            <a:ext cx="7905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111111"/>
                </a:solidFill>
              </a:defRPr>
            </a:pPr>
            <a:r>
              <a:rPr sz="1275" b="1">
                <a:solidFill>
                  <a:srgbClr val="111111"/>
                </a:solidFill>
              </a:rPr>
              <a:t>DN12</a:t>
            </a:r>
            <a:endParaRPr sz="1275" b="1">
              <a:solidFill>
                <a:srgbClr val="111111"/>
              </a:solidFill>
            </a:endParaRPr>
          </a:p>
        </p:txBody>
      </p:sp>
      <p:sp>
        <p:nvSpPr>
          <p:cNvPr id="36" name="left-precontrol">
            <a:extLst xmlns:a="http://schemas.openxmlformats.org/drawingml/2006/main">
              <a:ext uri="{FF2B5EF4-FFF2-40B4-BE49-F238E27FC236}">
                <a16:creationId xmlns:a16="http://schemas.microsoft.com/office/drawing/2014/main" id="{F411500D-0F0E-4B49-89A2-FE1927E1F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" y="3095625"/>
            <a:ext cx="1809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1F26"/>
          </a:solidFill>
          <a:ln xmlns:a="http://schemas.openxmlformats.org/drawingml/2006/main" w="19050">
            <a:solidFill>
              <a:srgbClr val="9A1820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111111"/>
                </a:solidFill>
              </a:defRPr>
            </a:pPr>
            <a:r>
              <a:rPr sz="1350" b="1">
                <a:solidFill>
                  <a:srgbClr val="111111"/>
                </a:solidFill>
              </a:rPr>
              <a:t>前置控制单元</a:t>
            </a:r>
            <a:endParaRPr sz="1350" b="1">
              <a:solidFill>
                <a:srgbClr val="111111"/>
              </a:solidFill>
            </a:endParaRPr>
          </a:p>
        </p:txBody>
      </p:sp>
      <p:sp>
        <p:nvSpPr>
          <p:cNvPr id="37" name="experiment-module">
            <a:extLst xmlns:a="http://schemas.openxmlformats.org/drawingml/2006/main">
              <a:ext uri="{FF2B5EF4-FFF2-40B4-BE49-F238E27FC236}">
                <a16:creationId xmlns:a16="http://schemas.microsoft.com/office/drawing/2014/main" id="{969D6098-6356-4BF9-BABC-365351749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9050"/>
            <a:ext cx="2447925" cy="2905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CB91"/>
          </a:solidFill>
          <a:ln xmlns:a="http://schemas.openxmlformats.org/drawingml/2006/main" w="19050">
            <a:solidFill>
              <a:srgbClr val="333333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2325" b="1">
                <a:solidFill>
                  <a:srgbClr val="111111"/>
                </a:solidFill>
              </a:defRPr>
            </a:pPr>
            <a:r>
              <a:rPr sz="2325" b="1">
                <a:solidFill>
                  <a:srgbClr val="111111"/>
                </a:solidFill>
              </a:rPr>
              <a:t>电场强化</a:t>
            </a:r>
            <a:endParaRPr sz="2325" b="1">
              <a:solidFill>
                <a:srgbClr val="111111"/>
              </a:solidFill>
            </a:endParaRPr>
          </a:p>
          <a:p xmlns:a="http://schemas.openxmlformats.org/drawingml/2006/main">
            <a:pPr algn="ctr">
              <a:buNone/>
              <a:defRPr sz="2325" b="1">
                <a:solidFill>
                  <a:srgbClr val="111111"/>
                </a:solidFill>
              </a:defRPr>
            </a:pPr>
            <a:r>
              <a:rPr sz="2325" b="1">
                <a:solidFill>
                  <a:srgbClr val="111111"/>
                </a:solidFill>
              </a:rPr>
              <a:t>沸腾传热</a:t>
            </a:r>
            <a:endParaRPr sz="2325" b="1">
              <a:solidFill>
                <a:srgbClr val="111111"/>
              </a:solidFill>
            </a:endParaRPr>
          </a:p>
          <a:p xmlns:a="http://schemas.openxmlformats.org/drawingml/2006/main">
            <a:pPr algn="ctr">
              <a:buNone/>
              <a:defRPr sz="2325" b="1">
                <a:solidFill>
                  <a:srgbClr val="111111"/>
                </a:solidFill>
              </a:defRPr>
            </a:pPr>
            <a:r>
              <a:rPr sz="2325" b="1">
                <a:solidFill>
                  <a:srgbClr val="111111"/>
                </a:solidFill>
              </a:rPr>
              <a:t>实验模块</a:t>
            </a:r>
            <a:endParaRPr sz="2325" b="1">
              <a:solidFill>
                <a:srgbClr val="111111"/>
              </a:solidFill>
            </a:endParaRPr>
          </a:p>
        </p:txBody>
      </p:sp>
      <p:sp>
        <p:nvSpPr>
          <p:cNvPr id="38" name="experiment-precontrol">
            <a:extLst xmlns:a="http://schemas.openxmlformats.org/drawingml/2006/main">
              <a:ext uri="{FF2B5EF4-FFF2-40B4-BE49-F238E27FC236}">
                <a16:creationId xmlns:a16="http://schemas.microsoft.com/office/drawing/2014/main" id="{1A6DDAA6-CBCB-498A-B6AC-9088250A7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419350"/>
            <a:ext cx="18288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1F26"/>
          </a:solidFill>
          <a:ln xmlns:a="http://schemas.openxmlformats.org/drawingml/2006/main" w="19050">
            <a:solidFill>
              <a:srgbClr val="9A1820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111111"/>
                </a:solidFill>
              </a:defRPr>
            </a:pPr>
            <a:r>
              <a:rPr sz="1350" b="1">
                <a:solidFill>
                  <a:srgbClr val="111111"/>
                </a:solidFill>
              </a:rPr>
              <a:t>前置控制单元</a:t>
            </a:r>
            <a:endParaRPr sz="1350" b="1">
              <a:solidFill>
                <a:srgbClr val="111111"/>
              </a:solidFill>
            </a:endParaRPr>
          </a:p>
        </p:txBody>
      </p:sp>
      <p:sp>
        <p:nvSpPr>
          <p:cNvPr id="39" name="optical-platform">
            <a:extLst xmlns:a="http://schemas.openxmlformats.org/drawingml/2006/main">
              <a:ext uri="{FF2B5EF4-FFF2-40B4-BE49-F238E27FC236}">
                <a16:creationId xmlns:a16="http://schemas.microsoft.com/office/drawing/2014/main" id="{9D986771-5A69-453A-8175-BCB4129A6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695325"/>
            <a:ext cx="1323975" cy="1057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7F0"/>
          </a:solidFill>
          <a:ln xmlns:a="http://schemas.openxmlformats.org/drawingml/2006/main" w="19050">
            <a:solidFill>
              <a:srgbClr val="333333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111111"/>
                </a:solidFill>
              </a:defRPr>
            </a:pPr>
            <a:r>
              <a:rPr sz="1650" b="1">
                <a:solidFill>
                  <a:srgbClr val="111111"/>
                </a:solidFill>
              </a:rPr>
              <a:t>光学观测</a:t>
            </a:r>
            <a:endParaRPr sz="1650" b="1">
              <a:solidFill>
                <a:srgbClr val="111111"/>
              </a:solidFill>
            </a:endParaRPr>
          </a:p>
          <a:p xmlns:a="http://schemas.openxmlformats.org/drawingml/2006/main">
            <a:pPr algn="ctr">
              <a:buNone/>
              <a:defRPr sz="1650" b="1">
                <a:solidFill>
                  <a:srgbClr val="111111"/>
                </a:solidFill>
              </a:defRPr>
            </a:pPr>
            <a:r>
              <a:rPr sz="1650" b="1">
                <a:solidFill>
                  <a:srgbClr val="111111"/>
                </a:solidFill>
              </a:rPr>
              <a:t>平台</a:t>
            </a:r>
            <a:endParaRPr sz="1650" b="1">
              <a:solidFill>
                <a:srgbClr val="111111"/>
              </a:solidFill>
            </a:endParaRPr>
          </a:p>
        </p:txBody>
      </p:sp>
      <p:sp>
        <p:nvSpPr>
          <p:cNvPr id="40" name="optical-precontrol">
            <a:extLst xmlns:a="http://schemas.openxmlformats.org/drawingml/2006/main">
              <a:ext uri="{FF2B5EF4-FFF2-40B4-BE49-F238E27FC236}">
                <a16:creationId xmlns:a16="http://schemas.microsoft.com/office/drawing/2014/main" id="{00F3C357-DD97-4EE9-BB0F-E8AD2C20F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1752600"/>
            <a:ext cx="18478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1F26"/>
          </a:solidFill>
          <a:ln xmlns:a="http://schemas.openxmlformats.org/drawingml/2006/main" w="19050">
            <a:solidFill>
              <a:srgbClr val="9A1820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111111"/>
                </a:solidFill>
              </a:defRPr>
            </a:pPr>
            <a:r>
              <a:rPr sz="1350" b="1">
                <a:solidFill>
                  <a:srgbClr val="111111"/>
                </a:solidFill>
              </a:rPr>
              <a:t>前置控制单元</a:t>
            </a:r>
            <a:endParaRPr sz="1350" b="1">
              <a:solidFill>
                <a:srgbClr val="111111"/>
              </a:solidFill>
            </a:endParaRPr>
          </a:p>
        </p:txBody>
      </p:sp>
      <p:sp>
        <p:nvSpPr>
          <p:cNvPr id="41" name="ccd-label">
            <a:extLst xmlns:a="http://schemas.openxmlformats.org/drawingml/2006/main">
              <a:ext uri="{FF2B5EF4-FFF2-40B4-BE49-F238E27FC236}">
                <a16:creationId xmlns:a16="http://schemas.microsoft.com/office/drawing/2014/main" id="{CCF045FA-21C3-4A4A-BB84-BE5DA01B2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695325"/>
            <a:ext cx="16097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111111"/>
                </a:solidFill>
              </a:defRPr>
            </a:pPr>
            <a:r>
              <a:rPr sz="1275" b="1">
                <a:solidFill>
                  <a:srgbClr val="111111"/>
                </a:solidFill>
              </a:rPr>
              <a:t>左视细观CCD</a:t>
            </a:r>
            <a:endParaRPr sz="1275" b="1">
              <a:solidFill>
                <a:srgbClr val="111111"/>
              </a:solidFill>
            </a:endParaRPr>
          </a:p>
          <a:p xmlns:a="http://schemas.openxmlformats.org/drawingml/2006/main">
            <a:pPr algn="ctr">
              <a:buNone/>
              <a:defRPr sz="1275" b="1">
                <a:solidFill>
                  <a:srgbClr val="111111"/>
                </a:solidFill>
              </a:defRPr>
            </a:pPr>
            <a:r>
              <a:rPr sz="1275" b="1">
                <a:solidFill>
                  <a:srgbClr val="111111"/>
                </a:solidFill>
              </a:rPr>
              <a:t>左视高速CCD</a:t>
            </a:r>
            <a:endParaRPr sz="1275" b="1">
              <a:solidFill>
                <a:srgbClr val="111111"/>
              </a:solidFill>
            </a:endParaRPr>
          </a:p>
        </p:txBody>
      </p:sp>
      <p:sp>
        <p:nvSpPr>
          <p:cNvPr id="42" name="main-control">
            <a:extLst xmlns:a="http://schemas.openxmlformats.org/drawingml/2006/main">
              <a:ext uri="{FF2B5EF4-FFF2-40B4-BE49-F238E27FC236}">
                <a16:creationId xmlns:a16="http://schemas.microsoft.com/office/drawing/2014/main" id="{9E718052-A848-427F-B43D-69585103D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4610100"/>
            <a:ext cx="2867025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51F"/>
          </a:solidFill>
          <a:ln xmlns:a="http://schemas.openxmlformats.org/drawingml/2006/main" w="19050">
            <a:solidFill>
              <a:srgbClr val="777000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111111"/>
                </a:solidFill>
              </a:defRPr>
            </a:pPr>
            <a:r>
              <a:rPr sz="1575" b="1">
                <a:solidFill>
                  <a:srgbClr val="111111"/>
                </a:solidFill>
              </a:rPr>
              <a:t>两相柜实验主控单元</a:t>
            </a:r>
            <a:endParaRPr sz="1575" b="1">
              <a:solidFill>
                <a:srgbClr val="111111"/>
              </a:solidFill>
            </a:endParaRPr>
          </a:p>
        </p:txBody>
      </p:sp>
      <p:sp>
        <p:nvSpPr>
          <p:cNvPr id="43" name="experiment-controller">
            <a:extLst xmlns:a="http://schemas.openxmlformats.org/drawingml/2006/main">
              <a:ext uri="{FF2B5EF4-FFF2-40B4-BE49-F238E27FC236}">
                <a16:creationId xmlns:a16="http://schemas.microsoft.com/office/drawing/2014/main" id="{2A4B987D-60DD-4995-88D9-6D1E2564F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5962650"/>
            <a:ext cx="26670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4F2"/>
          </a:solidFill>
          <a:ln xmlns:a="http://schemas.openxmlformats.org/drawingml/2006/main" w="19050">
            <a:solidFill>
              <a:srgbClr val="333333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111111"/>
                </a:solidFill>
              </a:defRPr>
            </a:pPr>
            <a:r>
              <a:rPr sz="1650" b="1">
                <a:solidFill>
                  <a:srgbClr val="111111"/>
                </a:solidFill>
              </a:rPr>
              <a:t>实验柜控制器</a:t>
            </a:r>
            <a:endParaRPr sz="1650" b="1">
              <a:solidFill>
                <a:srgbClr val="111111"/>
              </a:solidFill>
            </a:endParaRPr>
          </a:p>
        </p:txBody>
      </p:sp>
      <p:sp>
        <p:nvSpPr>
          <p:cNvPr id="44" name="rs422">
            <a:extLst xmlns:a="http://schemas.openxmlformats.org/drawingml/2006/main">
              <a:ext uri="{FF2B5EF4-FFF2-40B4-BE49-F238E27FC236}">
                <a16:creationId xmlns:a16="http://schemas.microsoft.com/office/drawing/2014/main" id="{5DE5115D-C003-4758-AAC3-BF661379A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1425" y="3581400"/>
            <a:ext cx="66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111111"/>
                </a:solidFill>
              </a:defRPr>
            </a:pPr>
            <a:r>
              <a:rPr sz="1200" b="1">
                <a:solidFill>
                  <a:srgbClr val="111111"/>
                </a:solidFill>
              </a:rPr>
              <a:t>RS422</a:t>
            </a:r>
            <a:endParaRPr sz="1200" b="1">
              <a:solidFill>
                <a:srgbClr val="111111"/>
              </a:solidFill>
            </a:endParaRPr>
          </a:p>
        </p:txBody>
      </p:sp>
      <p:sp>
        <p:nvSpPr>
          <p:cNvPr id="45" name="x83">
            <a:extLst xmlns:a="http://schemas.openxmlformats.org/drawingml/2006/main">
              <a:ext uri="{FF2B5EF4-FFF2-40B4-BE49-F238E27FC236}">
                <a16:creationId xmlns:a16="http://schemas.microsoft.com/office/drawing/2014/main" id="{4497E717-172D-4CE2-98DC-3B0EC6F65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000375"/>
            <a:ext cx="609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3F69A8"/>
                </a:solidFill>
              </a:defRPr>
            </a:pPr>
            <a:r>
              <a:rPr sz="1425" b="1">
                <a:solidFill>
                  <a:srgbClr val="3F69A8"/>
                </a:solidFill>
              </a:rPr>
              <a:t>X83</a:t>
            </a:r>
            <a:endParaRPr sz="1425" b="1">
              <a:solidFill>
                <a:srgbClr val="3F69A8"/>
              </a:solidFill>
            </a:endParaRPr>
          </a:p>
        </p:txBody>
      </p:sp>
      <p:sp>
        <p:nvSpPr>
          <p:cNvPr id="46" name="x70">
            <a:extLst xmlns:a="http://schemas.openxmlformats.org/drawingml/2006/main">
              <a:ext uri="{FF2B5EF4-FFF2-40B4-BE49-F238E27FC236}">
                <a16:creationId xmlns:a16="http://schemas.microsoft.com/office/drawing/2014/main" id="{4FDE54A6-7CD1-4985-91A0-0A1CDBFF2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4314825"/>
            <a:ext cx="609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C67E14"/>
                </a:solidFill>
              </a:defRPr>
            </a:pPr>
            <a:r>
              <a:rPr sz="1425" b="1">
                <a:solidFill>
                  <a:srgbClr val="C67E14"/>
                </a:solidFill>
              </a:rPr>
              <a:t>X70</a:t>
            </a:r>
            <a:endParaRPr sz="1425" b="1">
              <a:solidFill>
                <a:srgbClr val="C67E14"/>
              </a:solidFill>
            </a:endParaRPr>
          </a:p>
        </p:txBody>
      </p:sp>
      <p:sp>
        <p:nvSpPr>
          <p:cNvPr id="47" name="data-label">
            <a:extLst xmlns:a="http://schemas.openxmlformats.org/drawingml/2006/main">
              <a:ext uri="{FF2B5EF4-FFF2-40B4-BE49-F238E27FC236}">
                <a16:creationId xmlns:a16="http://schemas.microsoft.com/office/drawing/2014/main" id="{28D979AA-DB31-46B8-AEC8-50256F5FA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5191125"/>
            <a:ext cx="685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D91F26"/>
                </a:solidFill>
              </a:defRPr>
            </a:pPr>
            <a:r>
              <a:rPr sz="1350" b="1">
                <a:solidFill>
                  <a:srgbClr val="D91F26"/>
                </a:solidFill>
              </a:rPr>
              <a:t>数据</a:t>
            </a:r>
            <a:endParaRPr sz="1350" b="1">
              <a:solidFill>
                <a:srgbClr val="D91F26"/>
              </a:solidFill>
            </a:endParaRPr>
          </a:p>
          <a:p xmlns:a="http://schemas.openxmlformats.org/drawingml/2006/main">
            <a:pPr algn="ctr">
              <a:buNone/>
              <a:defRPr sz="1350" b="1">
                <a:solidFill>
                  <a:srgbClr val="D91F26"/>
                </a:solidFill>
              </a:defRPr>
            </a:pPr>
            <a:r>
              <a:rPr sz="1350" b="1">
                <a:solidFill>
                  <a:srgbClr val="D91F26"/>
                </a:solidFill>
              </a:rPr>
              <a:t>通讯</a:t>
            </a:r>
            <a:endParaRPr sz="1350" b="1">
              <a:solidFill>
                <a:srgbClr val="D91F26"/>
              </a:solidFill>
            </a:endParaRPr>
          </a:p>
        </p:txBody>
      </p:sp>
      <p:sp>
        <p:nvSpPr>
          <p:cNvPr id="48" name="power-label">
            <a:extLst xmlns:a="http://schemas.openxmlformats.org/drawingml/2006/main">
              <a:ext uri="{FF2B5EF4-FFF2-40B4-BE49-F238E27FC236}">
                <a16:creationId xmlns:a16="http://schemas.microsoft.com/office/drawing/2014/main" id="{FEE01E85-2BC9-4C1C-90FB-65F67E917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5172075"/>
            <a:ext cx="11239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D91F26"/>
                </a:solidFill>
              </a:defRPr>
            </a:pPr>
            <a:r>
              <a:rPr sz="1350" b="1">
                <a:solidFill>
                  <a:srgbClr val="D91F26"/>
                </a:solidFill>
              </a:rPr>
              <a:t>100V供电</a:t>
            </a:r>
            <a:endParaRPr sz="1350" b="1">
              <a:solidFill>
                <a:srgbClr val="D91F26"/>
              </a:solidFill>
            </a:endParaRPr>
          </a:p>
          <a:p xmlns:a="http://schemas.openxmlformats.org/drawingml/2006/main">
            <a:pPr algn="l">
              <a:buNone/>
              <a:defRPr sz="1350" b="1">
                <a:solidFill>
                  <a:srgbClr val="D91F26"/>
                </a:solidFill>
              </a:defRPr>
            </a:pPr>
            <a:r>
              <a:rPr sz="1350" b="1">
                <a:solidFill>
                  <a:srgbClr val="D91F26"/>
                </a:solidFill>
              </a:rPr>
              <a:t>背插J95</a:t>
            </a:r>
            <a:endParaRPr sz="1350" b="1">
              <a:solidFill>
                <a:srgbClr val="D91F2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7814754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s2-contact-line">
            <a:extLst xmlns:a="http://schemas.openxmlformats.org/drawingml/2006/main">
              <a:ext uri="{FF2B5EF4-FFF2-40B4-BE49-F238E27FC236}">
                <a16:creationId xmlns:a16="http://schemas.microsoft.com/office/drawing/2014/main" id="{7035ACB6-2786-4BAB-BAC5-49DAB16CB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72325" y="3867150"/>
            <a:ext cx="10572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111111"/>
            </a:solidFill>
            <a:prstDash val="solid"/>
          </a:ln>
        </p:spPr>
      </p:sp>
      <p:sp>
        <p:nvSpPr>
          <p:cNvPr id="10" name="s2-contact-left">
            <a:extLst xmlns:a="http://schemas.openxmlformats.org/drawingml/2006/main">
              <a:ext uri="{FF2B5EF4-FFF2-40B4-BE49-F238E27FC236}">
                <a16:creationId xmlns:a16="http://schemas.microsoft.com/office/drawing/2014/main" id="{F4F7E3CC-23B2-456B-9571-F5B5B7AAB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3762375"/>
            <a:ext cx="266700" cy="209550"/>
          </a:xfrm>
          <a:prstGeom xmlns:a="http://schemas.openxmlformats.org/drawingml/2006/main" prst="leftArrow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9525">
            <a:solidFill>
              <a:srgbClr val="111111"/>
            </a:solidFill>
            <a:prstDash val="solid"/>
          </a:ln>
        </p:spPr>
      </p:sp>
      <p:sp>
        <p:nvSpPr>
          <p:cNvPr id="11" name="s2-contact-right">
            <a:extLst xmlns:a="http://schemas.openxmlformats.org/drawingml/2006/main">
              <a:ext uri="{FF2B5EF4-FFF2-40B4-BE49-F238E27FC236}">
                <a16:creationId xmlns:a16="http://schemas.microsoft.com/office/drawing/2014/main" id="{817FC0CF-9156-428D-A964-65E8C7F72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762375"/>
            <a:ext cx="26670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9525">
            <a:solidFill>
              <a:srgbClr val="111111"/>
            </a:solidFill>
            <a:prstDash val="solid"/>
          </a:ln>
        </p:spPr>
      </p:sp>
      <p:sp>
        <p:nvSpPr>
          <p:cNvPr id="15" name="s2-liquid-title">
            <a:extLst xmlns:a="http://schemas.openxmlformats.org/drawingml/2006/main">
              <a:ext uri="{FF2B5EF4-FFF2-40B4-BE49-F238E27FC236}">
                <a16:creationId xmlns:a16="http://schemas.microsoft.com/office/drawing/2014/main" id="{77316D1B-DF09-4E8A-98B5-91187022B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5516880"/>
            <a:ext cx="1028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2025" b="0">
                <a:solidFill>
                  <a:srgbClr val="111111"/>
                </a:solidFill>
              </a:defRPr>
            </a:pPr>
            <a:r>
              <a:rPr sz="2025" b="0">
                <a:solidFill>
                  <a:srgbClr val="111111"/>
                </a:solidFill>
              </a:rPr>
              <a:t>液冷</a:t>
            </a:r>
            <a:endParaRPr sz="2025" b="0">
              <a:solidFill>
                <a:srgbClr val="111111"/>
              </a:solidFill>
            </a:endParaRPr>
          </a:p>
        </p:txBody>
      </p:sp>
      <p:sp>
        <p:nvSpPr>
          <p:cNvPr id="3" name="s2-small-return">
            <a:extLst xmlns:a="http://schemas.openxmlformats.org/drawingml/2006/main">
              <a:ext uri="{FF2B5EF4-FFF2-40B4-BE49-F238E27FC236}">
                <a16:creationId xmlns:a16="http://schemas.microsoft.com/office/drawing/2014/main" id="{852646CC-8D8A-473D-9504-59A483F78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377055"/>
            <a:ext cx="20097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111111"/>
            </a:solidFill>
            <a:prstDash val="solid"/>
          </a:ln>
        </p:spPr>
      </p:sp>
      <p:sp>
        <p:nvSpPr>
          <p:cNvPr id="42" name="s2-small-supply">
            <a:extLst xmlns:a="http://schemas.openxmlformats.org/drawingml/2006/main">
              <a:ext uri="{FF2B5EF4-FFF2-40B4-BE49-F238E27FC236}">
                <a16:creationId xmlns:a16="http://schemas.microsoft.com/office/drawing/2014/main" id="{3C29F7DB-2EFB-43E5-AE31-CBD5EA8C3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653155"/>
            <a:ext cx="20097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111111"/>
            </a:solidFill>
            <a:prstDash val="solid"/>
          </a:ln>
        </p:spPr>
      </p:sp>
      <p:sp>
        <p:nvSpPr>
          <p:cNvPr id="2" name="s2-small-supply-head">
            <a:extLst xmlns:a="http://schemas.openxmlformats.org/drawingml/2006/main">
              <a:ext uri="{FF2B5EF4-FFF2-40B4-BE49-F238E27FC236}">
                <a16:creationId xmlns:a16="http://schemas.microsoft.com/office/drawing/2014/main" id="{E5FF9065-684E-4FFC-AB31-3CC866BFF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3548380"/>
            <a:ext cx="26670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9525">
            <a:solidFill>
              <a:srgbClr val="111111"/>
            </a:solidFill>
            <a:prstDash val="solid"/>
          </a:ln>
        </p:spPr>
      </p:sp>
      <p:sp>
        <p:nvSpPr>
          <p:cNvPr id="4" name="s2-small-return-head">
            <a:extLst xmlns:a="http://schemas.openxmlformats.org/drawingml/2006/main">
              <a:ext uri="{FF2B5EF4-FFF2-40B4-BE49-F238E27FC236}">
                <a16:creationId xmlns:a16="http://schemas.microsoft.com/office/drawing/2014/main" id="{F68D3A11-3ADE-4B18-8F09-F96FCDF30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4272280"/>
            <a:ext cx="266700" cy="209550"/>
          </a:xfrm>
          <a:prstGeom xmlns:a="http://schemas.openxmlformats.org/drawingml/2006/main" prst="leftArrow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9525">
            <a:solidFill>
              <a:srgbClr val="111111"/>
            </a:solidFill>
            <a:prstDash val="solid"/>
          </a:ln>
        </p:spPr>
      </p:sp>
      <p:sp>
        <p:nvSpPr>
          <p:cNvPr id="12" name="s2-liquid-boundary">
            <a:extLst xmlns:a="http://schemas.openxmlformats.org/drawingml/2006/main">
              <a:ext uri="{FF2B5EF4-FFF2-40B4-BE49-F238E27FC236}">
                <a16:creationId xmlns:a16="http://schemas.microsoft.com/office/drawing/2014/main" id="{901F9548-2920-4D03-B751-CDA4431DA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2872105"/>
            <a:ext cx="1885950" cy="237426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111111"/>
            </a:solidFill>
            <a:prstDash val="dash"/>
          </a:ln>
        </p:spPr>
      </p:sp>
      <p:sp>
        <p:nvSpPr>
          <p:cNvPr id="13" name="s2-small-module">
            <a:extLst xmlns:a="http://schemas.openxmlformats.org/drawingml/2006/main">
              <a:ext uri="{FF2B5EF4-FFF2-40B4-BE49-F238E27FC236}">
                <a16:creationId xmlns:a16="http://schemas.microsoft.com/office/drawing/2014/main" id="{255515A7-90A0-41FE-948D-9AA2B35F5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3329305"/>
            <a:ext cx="1495425" cy="1457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111111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2100" b="0">
                <a:solidFill>
                  <a:srgbClr val="111111"/>
                </a:solidFill>
              </a:defRPr>
            </a:pPr>
            <a:r>
              <a:rPr sz="2100" b="0">
                <a:solidFill>
                  <a:srgbClr val="111111"/>
                </a:solidFill>
              </a:rPr>
              <a:t>小流量</a:t>
            </a:r>
            <a:endParaRPr sz="2100" b="0">
              <a:solidFill>
                <a:srgbClr val="111111"/>
              </a:solidFill>
            </a:endParaRPr>
          </a:p>
          <a:p xmlns:a="http://schemas.openxmlformats.org/drawingml/2006/main">
            <a:pPr algn="ctr">
              <a:buNone/>
              <a:defRPr sz="2100" b="0">
                <a:solidFill>
                  <a:srgbClr val="111111"/>
                </a:solidFill>
              </a:defRPr>
            </a:pPr>
            <a:r>
              <a:rPr sz="2100" b="0">
                <a:solidFill>
                  <a:srgbClr val="111111"/>
                </a:solidFill>
              </a:rPr>
              <a:t>供液模块</a:t>
            </a:r>
            <a:endParaRPr sz="2100" b="0">
              <a:solidFill>
                <a:srgbClr val="111111"/>
              </a:solidFill>
            </a:endParaRPr>
          </a:p>
        </p:txBody>
      </p:sp>
      <p:sp>
        <p:nvSpPr>
          <p:cNvPr id="16" name="s2-y52">
            <a:extLst xmlns:a="http://schemas.openxmlformats.org/drawingml/2006/main">
              <a:ext uri="{FF2B5EF4-FFF2-40B4-BE49-F238E27FC236}">
                <a16:creationId xmlns:a16="http://schemas.microsoft.com/office/drawing/2014/main" id="{D51EFE89-D6E8-43B2-A26E-035F35032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3224530"/>
            <a:ext cx="5238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500" b="0">
                <a:solidFill>
                  <a:srgbClr val="111111"/>
                </a:solidFill>
              </a:defRPr>
            </a:pPr>
            <a:r>
              <a:rPr sz="1500" b="0">
                <a:solidFill>
                  <a:srgbClr val="111111"/>
                </a:solidFill>
              </a:rPr>
              <a:t>Y52</a:t>
            </a:r>
            <a:endParaRPr sz="1500" b="0">
              <a:solidFill>
                <a:srgbClr val="111111"/>
              </a:solidFill>
            </a:endParaRPr>
          </a:p>
        </p:txBody>
      </p:sp>
      <p:sp>
        <p:nvSpPr>
          <p:cNvPr id="17" name="s2-y61">
            <a:extLst xmlns:a="http://schemas.openxmlformats.org/drawingml/2006/main">
              <a:ext uri="{FF2B5EF4-FFF2-40B4-BE49-F238E27FC236}">
                <a16:creationId xmlns:a16="http://schemas.microsoft.com/office/drawing/2014/main" id="{D4E1128A-CBAE-4B44-BE64-26596388E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3224530"/>
            <a:ext cx="5238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500" b="0">
                <a:solidFill>
                  <a:srgbClr val="111111"/>
                </a:solidFill>
              </a:defRPr>
            </a:pPr>
            <a:r>
              <a:rPr sz="1500" b="0">
                <a:solidFill>
                  <a:srgbClr val="111111"/>
                </a:solidFill>
              </a:rPr>
              <a:t>Y61</a:t>
            </a:r>
            <a:endParaRPr sz="1500" b="0">
              <a:solidFill>
                <a:srgbClr val="111111"/>
              </a:solidFill>
            </a:endParaRPr>
          </a:p>
        </p:txBody>
      </p:sp>
      <p:sp>
        <p:nvSpPr>
          <p:cNvPr id="18" name="s2-dn8">
            <a:extLst xmlns:a="http://schemas.openxmlformats.org/drawingml/2006/main">
              <a:ext uri="{FF2B5EF4-FFF2-40B4-BE49-F238E27FC236}">
                <a16:creationId xmlns:a16="http://schemas.microsoft.com/office/drawing/2014/main" id="{91CE3EF4-E937-411E-8D0F-37B684C28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385318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111111"/>
                </a:solidFill>
              </a:defRPr>
            </a:pPr>
            <a:r>
              <a:rPr sz="1350" b="1">
                <a:solidFill>
                  <a:srgbClr val="111111"/>
                </a:solidFill>
              </a:rPr>
              <a:t>DN8</a:t>
            </a:r>
            <a:endParaRPr sz="1350" b="1">
              <a:solidFill>
                <a:srgbClr val="111111"/>
              </a:solidFill>
            </a:endParaRPr>
          </a:p>
        </p:txBody>
      </p:sp>
      <p:sp>
        <p:nvSpPr>
          <p:cNvPr id="19" name="s2-y51">
            <a:extLst xmlns:a="http://schemas.openxmlformats.org/drawingml/2006/main">
              <a:ext uri="{FF2B5EF4-FFF2-40B4-BE49-F238E27FC236}">
                <a16:creationId xmlns:a16="http://schemas.microsoft.com/office/drawing/2014/main" id="{1A6466DE-98B1-4D90-898F-32FC0AA37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4481830"/>
            <a:ext cx="5238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500" b="0">
                <a:solidFill>
                  <a:srgbClr val="111111"/>
                </a:solidFill>
              </a:defRPr>
            </a:pPr>
            <a:r>
              <a:rPr sz="1500" b="0">
                <a:solidFill>
                  <a:srgbClr val="111111"/>
                </a:solidFill>
              </a:rPr>
              <a:t>Y51</a:t>
            </a:r>
            <a:endParaRPr sz="1500" b="0">
              <a:solidFill>
                <a:srgbClr val="111111"/>
              </a:solidFill>
            </a:endParaRPr>
          </a:p>
        </p:txBody>
      </p:sp>
      <p:sp>
        <p:nvSpPr>
          <p:cNvPr id="20" name="s2-y64">
            <a:extLst xmlns:a="http://schemas.openxmlformats.org/drawingml/2006/main">
              <a:ext uri="{FF2B5EF4-FFF2-40B4-BE49-F238E27FC236}">
                <a16:creationId xmlns:a16="http://schemas.microsoft.com/office/drawing/2014/main" id="{0E1EFCF8-4ACA-43F7-87E9-0D3D11340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4481830"/>
            <a:ext cx="5238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500" b="0">
                <a:solidFill>
                  <a:srgbClr val="111111"/>
                </a:solidFill>
              </a:defRPr>
            </a:pPr>
            <a:r>
              <a:rPr sz="1500" b="0">
                <a:solidFill>
                  <a:srgbClr val="111111"/>
                </a:solidFill>
              </a:rPr>
              <a:t>Y64</a:t>
            </a:r>
            <a:endParaRPr sz="1500" b="0">
              <a:solidFill>
                <a:srgbClr val="111111"/>
              </a:solidFill>
            </a:endParaRPr>
          </a:p>
        </p:txBody>
      </p:sp>
      <p:sp>
        <p:nvSpPr>
          <p:cNvPr id="26" name="s2-experiment-module">
            <a:extLst xmlns:a="http://schemas.openxmlformats.org/drawingml/2006/main">
              <a:ext uri="{FF2B5EF4-FFF2-40B4-BE49-F238E27FC236}">
                <a16:creationId xmlns:a16="http://schemas.microsoft.com/office/drawing/2014/main" id="{9F3D48E4-67D6-4819-AE5E-FFC146606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2875" y="2181225"/>
            <a:ext cx="3219450" cy="3419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111111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3225" b="0">
                <a:solidFill>
                  <a:srgbClr val="111111"/>
                </a:solidFill>
              </a:defRPr>
            </a:pPr>
            <a:r>
              <a:rPr sz="3225" b="0">
                <a:solidFill>
                  <a:srgbClr val="111111"/>
                </a:solidFill>
              </a:rPr>
              <a:t>新型无泵式沸腾散热</a:t>
            </a:r>
            <a:r>
              <a:rPr sz="3225" b="0">
                <a:solidFill>
                  <a:srgbClr val="111111"/>
                </a:solidFill>
              </a:rPr>
              <a:t>实验模块</a:t>
            </a:r>
            <a:endParaRPr sz="3225" b="0">
              <a:solidFill>
                <a:srgbClr val="111111"/>
              </a:solidFill>
            </a:endParaRPr>
          </a:p>
        </p:txBody>
      </p:sp>
      <p:sp>
        <p:nvSpPr>
          <p:cNvPr id="27" name="s2-air-title">
            <a:extLst xmlns:a="http://schemas.openxmlformats.org/drawingml/2006/main">
              <a:ext uri="{FF2B5EF4-FFF2-40B4-BE49-F238E27FC236}">
                <a16:creationId xmlns:a16="http://schemas.microsoft.com/office/drawing/2014/main" id="{07A370DF-4D6F-46DF-A62E-76929D401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24425" y="666750"/>
            <a:ext cx="12954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2100" b="0">
                <a:solidFill>
                  <a:srgbClr val="111111"/>
                </a:solidFill>
              </a:defRPr>
            </a:pPr>
            <a:r>
              <a:rPr sz="2100" b="0">
                <a:solidFill>
                  <a:srgbClr val="111111"/>
                </a:solidFill>
              </a:rPr>
              <a:t>风冷</a:t>
            </a:r>
            <a:endParaRPr sz="2100" b="0">
              <a:solidFill>
                <a:srgbClr val="111111"/>
              </a:solidFill>
            </a:endParaRPr>
          </a:p>
        </p:txBody>
      </p:sp>
      <p:sp>
        <p:nvSpPr>
          <p:cNvPr id="28" name="s2-fan-left-blade-1">
            <a:extLst xmlns:a="http://schemas.openxmlformats.org/drawingml/2006/main">
              <a:ext uri="{FF2B5EF4-FFF2-40B4-BE49-F238E27FC236}">
                <a16:creationId xmlns:a16="http://schemas.microsoft.com/office/drawing/2014/main" id="{AE739585-313D-4319-A66C-5052B592B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2700000">
            <a:off x="4762500" y="1181100"/>
            <a:ext cx="190500" cy="323850"/>
          </a:xfrm>
          <a:prstGeom xmlns:a="http://schemas.openxmlformats.org/drawingml/2006/main" prst="teardrop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333333"/>
            </a:solidFill>
            <a:prstDash val="solid"/>
          </a:ln>
        </p:spPr>
      </p:sp>
      <p:sp>
        <p:nvSpPr>
          <p:cNvPr id="29" name="s2-fan-left-blade-2">
            <a:extLst xmlns:a="http://schemas.openxmlformats.org/drawingml/2006/main">
              <a:ext uri="{FF2B5EF4-FFF2-40B4-BE49-F238E27FC236}">
                <a16:creationId xmlns:a16="http://schemas.microsoft.com/office/drawing/2014/main" id="{8B997423-EEB2-4332-97F3-661A559F1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7020000">
            <a:off x="4988970" y="1345640"/>
            <a:ext cx="190500" cy="323850"/>
          </a:xfrm>
          <a:prstGeom xmlns:a="http://schemas.openxmlformats.org/drawingml/2006/main" prst="teardrop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333333"/>
            </a:solidFill>
            <a:prstDash val="solid"/>
          </a:ln>
        </p:spPr>
      </p:sp>
      <p:sp>
        <p:nvSpPr>
          <p:cNvPr id="30" name="s2-fan-left-blade-3">
            <a:extLst xmlns:a="http://schemas.openxmlformats.org/drawingml/2006/main">
              <a:ext uri="{FF2B5EF4-FFF2-40B4-BE49-F238E27FC236}">
                <a16:creationId xmlns:a16="http://schemas.microsoft.com/office/drawing/2014/main" id="{D1AD0712-8193-4CBC-BB3D-89D00F29F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1340000">
            <a:off x="4902466" y="1611872"/>
            <a:ext cx="190500" cy="323850"/>
          </a:xfrm>
          <a:prstGeom xmlns:a="http://schemas.openxmlformats.org/drawingml/2006/main" prst="teardrop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333333"/>
            </a:solidFill>
            <a:prstDash val="solid"/>
          </a:ln>
        </p:spPr>
      </p:sp>
      <p:sp>
        <p:nvSpPr>
          <p:cNvPr id="31" name="s2-fan-left-blade-4">
            <a:extLst xmlns:a="http://schemas.openxmlformats.org/drawingml/2006/main">
              <a:ext uri="{FF2B5EF4-FFF2-40B4-BE49-F238E27FC236}">
                <a16:creationId xmlns:a16="http://schemas.microsoft.com/office/drawing/2014/main" id="{772FFE1D-37B3-47A6-B73C-D2780DB65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5660000">
            <a:off x="4622534" y="1611872"/>
            <a:ext cx="190500" cy="323850"/>
          </a:xfrm>
          <a:prstGeom xmlns:a="http://schemas.openxmlformats.org/drawingml/2006/main" prst="teardrop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333333"/>
            </a:solidFill>
            <a:prstDash val="solid"/>
          </a:ln>
        </p:spPr>
      </p:sp>
      <p:sp>
        <p:nvSpPr>
          <p:cNvPr id="32" name="s2-fan-left-blade-5">
            <a:extLst xmlns:a="http://schemas.openxmlformats.org/drawingml/2006/main">
              <a:ext uri="{FF2B5EF4-FFF2-40B4-BE49-F238E27FC236}">
                <a16:creationId xmlns:a16="http://schemas.microsoft.com/office/drawing/2014/main" id="{C7E7C00F-7C95-4BF7-B3F6-0321DC0BD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9980000">
            <a:off x="4536030" y="1345640"/>
            <a:ext cx="190500" cy="323850"/>
          </a:xfrm>
          <a:prstGeom xmlns:a="http://schemas.openxmlformats.org/drawingml/2006/main" prst="teardrop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333333"/>
            </a:solidFill>
            <a:prstDash val="solid"/>
          </a:ln>
        </p:spPr>
      </p:sp>
      <p:sp>
        <p:nvSpPr>
          <p:cNvPr id="33" name="s2-fan-left-hub">
            <a:extLst xmlns:a="http://schemas.openxmlformats.org/drawingml/2006/main">
              <a:ext uri="{FF2B5EF4-FFF2-40B4-BE49-F238E27FC236}">
                <a16:creationId xmlns:a16="http://schemas.microsoft.com/office/drawing/2014/main" id="{A439A8C7-E756-4DB6-93D1-FD0AFCB98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2025" y="149542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333333"/>
            </a:solidFill>
            <a:prstDash val="solid"/>
          </a:ln>
        </p:spPr>
      </p:sp>
      <p:sp>
        <p:nvSpPr>
          <p:cNvPr id="34" name="s2-fan-right-blade-1">
            <a:extLst xmlns:a="http://schemas.openxmlformats.org/drawingml/2006/main">
              <a:ext uri="{FF2B5EF4-FFF2-40B4-BE49-F238E27FC236}">
                <a16:creationId xmlns:a16="http://schemas.microsoft.com/office/drawing/2014/main" id="{1DBAC23C-C85C-410A-93FD-0D84E193A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2700000">
            <a:off x="6153150" y="1181100"/>
            <a:ext cx="190500" cy="323850"/>
          </a:xfrm>
          <a:prstGeom xmlns:a="http://schemas.openxmlformats.org/drawingml/2006/main" prst="teardrop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333333"/>
            </a:solidFill>
            <a:prstDash val="solid"/>
          </a:ln>
        </p:spPr>
      </p:sp>
      <p:sp>
        <p:nvSpPr>
          <p:cNvPr id="35" name="s2-fan-right-blade-2">
            <a:extLst xmlns:a="http://schemas.openxmlformats.org/drawingml/2006/main">
              <a:ext uri="{FF2B5EF4-FFF2-40B4-BE49-F238E27FC236}">
                <a16:creationId xmlns:a16="http://schemas.microsoft.com/office/drawing/2014/main" id="{AF510AE0-C15A-4988-AE16-202F19919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7020000">
            <a:off x="6379620" y="1345640"/>
            <a:ext cx="190500" cy="323850"/>
          </a:xfrm>
          <a:prstGeom xmlns:a="http://schemas.openxmlformats.org/drawingml/2006/main" prst="teardrop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333333"/>
            </a:solidFill>
            <a:prstDash val="solid"/>
          </a:ln>
        </p:spPr>
      </p:sp>
      <p:sp>
        <p:nvSpPr>
          <p:cNvPr id="36" name="s2-fan-right-blade-3">
            <a:extLst xmlns:a="http://schemas.openxmlformats.org/drawingml/2006/main">
              <a:ext uri="{FF2B5EF4-FFF2-40B4-BE49-F238E27FC236}">
                <a16:creationId xmlns:a16="http://schemas.microsoft.com/office/drawing/2014/main" id="{D27CD747-75B1-417E-9B2B-445146BCA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1340000">
            <a:off x="6293116" y="1611872"/>
            <a:ext cx="190500" cy="323850"/>
          </a:xfrm>
          <a:prstGeom xmlns:a="http://schemas.openxmlformats.org/drawingml/2006/main" prst="teardrop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333333"/>
            </a:solidFill>
            <a:prstDash val="solid"/>
          </a:ln>
        </p:spPr>
      </p:sp>
      <p:sp>
        <p:nvSpPr>
          <p:cNvPr id="37" name="s2-fan-right-blade-4">
            <a:extLst xmlns:a="http://schemas.openxmlformats.org/drawingml/2006/main">
              <a:ext uri="{FF2B5EF4-FFF2-40B4-BE49-F238E27FC236}">
                <a16:creationId xmlns:a16="http://schemas.microsoft.com/office/drawing/2014/main" id="{F0605D76-B124-41EB-A5FA-EE9A2EF3C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5660000">
            <a:off x="6013184" y="1611872"/>
            <a:ext cx="190500" cy="323850"/>
          </a:xfrm>
          <a:prstGeom xmlns:a="http://schemas.openxmlformats.org/drawingml/2006/main" prst="teardrop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333333"/>
            </a:solidFill>
            <a:prstDash val="solid"/>
          </a:ln>
        </p:spPr>
      </p:sp>
      <p:sp>
        <p:nvSpPr>
          <p:cNvPr id="38" name="s2-fan-right-blade-5">
            <a:extLst xmlns:a="http://schemas.openxmlformats.org/drawingml/2006/main">
              <a:ext uri="{FF2B5EF4-FFF2-40B4-BE49-F238E27FC236}">
                <a16:creationId xmlns:a16="http://schemas.microsoft.com/office/drawing/2014/main" id="{60E48A25-F433-427C-84EA-CF67CC038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9980000">
            <a:off x="5926680" y="1345640"/>
            <a:ext cx="190500" cy="323850"/>
          </a:xfrm>
          <a:prstGeom xmlns:a="http://schemas.openxmlformats.org/drawingml/2006/main" prst="teardrop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333333"/>
            </a:solidFill>
            <a:prstDash val="solid"/>
          </a:ln>
        </p:spPr>
      </p:sp>
      <p:sp>
        <p:nvSpPr>
          <p:cNvPr id="39" name="s2-fan-right-hub">
            <a:extLst xmlns:a="http://schemas.openxmlformats.org/drawingml/2006/main">
              <a:ext uri="{FF2B5EF4-FFF2-40B4-BE49-F238E27FC236}">
                <a16:creationId xmlns:a16="http://schemas.microsoft.com/office/drawing/2014/main" id="{72392BC3-0F95-47D9-B387-2A50DE982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149542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333333"/>
            </a:solidFill>
            <a:prstDash val="solid"/>
          </a:ln>
        </p:spPr>
      </p:sp>
      <p:sp>
        <p:nvSpPr>
          <p:cNvPr id="40" name="s2-optical-platform">
            <a:extLst xmlns:a="http://schemas.openxmlformats.org/drawingml/2006/main">
              <a:ext uri="{FF2B5EF4-FFF2-40B4-BE49-F238E27FC236}">
                <a16:creationId xmlns:a16="http://schemas.microsoft.com/office/drawing/2014/main" id="{8F7E7221-3CA4-449B-95D2-8745FEF72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857500"/>
            <a:ext cx="952500" cy="2009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111111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950" b="0">
                <a:solidFill>
                  <a:srgbClr val="111111"/>
                </a:solidFill>
              </a:defRPr>
            </a:pPr>
            <a:r>
              <a:rPr sz="1950" b="0">
                <a:solidFill>
                  <a:srgbClr val="111111"/>
                </a:solidFill>
              </a:rPr>
              <a:t>光学</a:t>
            </a:r>
            <a:endParaRPr sz="1950" b="0">
              <a:solidFill>
                <a:srgbClr val="111111"/>
              </a:solidFill>
            </a:endParaRPr>
          </a:p>
          <a:p xmlns:a="http://schemas.openxmlformats.org/drawingml/2006/main">
            <a:pPr algn="ctr">
              <a:buNone/>
              <a:defRPr sz="1950" b="0">
                <a:solidFill>
                  <a:srgbClr val="111111"/>
                </a:solidFill>
              </a:defRPr>
            </a:pPr>
            <a:r>
              <a:rPr sz="1950" b="0">
                <a:solidFill>
                  <a:srgbClr val="111111"/>
                </a:solidFill>
              </a:rPr>
              <a:t>观测</a:t>
            </a:r>
            <a:endParaRPr sz="1950" b="0">
              <a:solidFill>
                <a:srgbClr val="111111"/>
              </a:solidFill>
            </a:endParaRPr>
          </a:p>
          <a:p xmlns:a="http://schemas.openxmlformats.org/drawingml/2006/main">
            <a:pPr algn="ctr">
              <a:buNone/>
              <a:defRPr sz="1950" b="0">
                <a:solidFill>
                  <a:srgbClr val="111111"/>
                </a:solidFill>
              </a:defRPr>
            </a:pPr>
            <a:r>
              <a:rPr sz="1950" b="0">
                <a:solidFill>
                  <a:srgbClr val="111111"/>
                </a:solidFill>
              </a:rPr>
              <a:t>平台</a:t>
            </a:r>
            <a:endParaRPr sz="1950" b="0">
              <a:solidFill>
                <a:srgbClr val="111111"/>
              </a:solidFill>
            </a:endParaRPr>
          </a:p>
        </p:txBody>
      </p:sp>
      <p:sp>
        <p:nvSpPr>
          <p:cNvPr id="41" name="s2-contact-label">
            <a:extLst xmlns:a="http://schemas.openxmlformats.org/drawingml/2006/main">
              <a:ext uri="{FF2B5EF4-FFF2-40B4-BE49-F238E27FC236}">
                <a16:creationId xmlns:a16="http://schemas.microsoft.com/office/drawing/2014/main" id="{24D96638-F8A2-4979-AE43-AE65F13D2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7575" y="4010025"/>
            <a:ext cx="86677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575" b="0">
                <a:solidFill>
                  <a:srgbClr val="111111"/>
                </a:solidFill>
              </a:defRPr>
            </a:pPr>
            <a:r>
              <a:rPr sz="1575" b="0">
                <a:solidFill>
                  <a:srgbClr val="111111"/>
                </a:solidFill>
              </a:rPr>
              <a:t>接触面</a:t>
            </a:r>
            <a:endParaRPr sz="1575" b="0">
              <a:solidFill>
                <a:srgbClr val="111111"/>
              </a:solidFill>
            </a:endParaRPr>
          </a:p>
          <a:p xmlns:a="http://schemas.openxmlformats.org/drawingml/2006/main">
            <a:pPr algn="ctr">
              <a:buNone/>
              <a:defRPr sz="1575" b="0">
                <a:solidFill>
                  <a:srgbClr val="111111"/>
                </a:solidFill>
              </a:defRPr>
            </a:pPr>
            <a:r>
              <a:rPr sz="1575" b="0">
                <a:solidFill>
                  <a:srgbClr val="111111"/>
                </a:solidFill>
              </a:rPr>
              <a:t>散热</a:t>
            </a:r>
            <a:endParaRPr sz="1575" b="0">
              <a:solidFill>
                <a:srgbClr val="11111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5566229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74" name="图片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fffbf01ef594a5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901825" y="0"/>
            <a:ext cx="5720715" cy="6858000"/>
          </a:xfrm>
          <a:prstGeom xmlns:a="http://schemas.openxmlformats.org/drawingml/2006/main" prst="rect">
            <a:avLst/>
          </a:prstGeom>
        </p:spPr>
      </p:pic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595EBF6D-DB78-4C71-8B47-E3BE7894C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6510" y="5229225"/>
            <a:ext cx="431800" cy="2882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solidFill>
              <a:srgbClr val="FF0000"/>
            </a:solidFill>
            <a:prstDash val="sysDash"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8B6399C4-4888-403F-91A8-6DE730FD4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3805" y="4364990"/>
            <a:ext cx="518160" cy="210185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>
              <a:lumMod val="65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000" b="1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Q1</a:t>
            </a:r>
            <a:endParaRPr sz="1000" b="1">
              <a:solidFill>
                <a:schemeClr val="tx1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D420020A-F60D-47B8-B846-620AD5C78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3805" y="4653280"/>
            <a:ext cx="518160" cy="210185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>
              <a:lumMod val="65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000" b="1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Q2</a:t>
            </a:r>
            <a:endParaRPr sz="1000" b="1">
              <a:solidFill>
                <a:schemeClr val="tx1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53F860C6-55EC-4AA2-BF8D-D5F126FB7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3805" y="4941570"/>
            <a:ext cx="518160" cy="210185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>
              <a:lumMod val="65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000" b="1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Q3</a:t>
            </a:r>
            <a:endParaRPr sz="1000" b="1">
              <a:solidFill>
                <a:schemeClr val="tx1"/>
              </a:solidFill>
              <a:latin typeface="Times New Roman"/>
              <a:ea typeface="Times New Roman"/>
              <a:cs typeface="Times New Roman"/>
            </a:endParaRPr>
          </a:p>
        </p:txBody>
      </p:sp>
      <p:cxnSp>
        <p:nvCxnSpPr>
          <p:cNvPr id="79" name="直接箭头连接符 7"/>
          <p:cNvCxnSpPr>
            <a:stCxn xmlns:a="http://schemas.openxmlformats.org/drawingml/2006/main" id="2" idx="3"/>
          </p:cNvCxnSpPr>
          <p:nvPr/>
        </p:nvCxnSpPr>
        <p:spPr>
          <a:xfrm xmlns:a="http://schemas.openxmlformats.org/drawingml/2006/main">
            <a:off x="1751965" y="4470400"/>
            <a:ext cx="2074545" cy="75882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FF0000"/>
            </a:solidFill>
            <a:tailEnd type="triangle"/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rgbClr val="FFFFFF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tx1"/>
          </a:fontRef>
        </p:style>
      </p:cxnSp>
      <p:cxnSp>
        <p:nvCxnSpPr>
          <p:cNvPr id="80" name="直接箭头连接符 8"/>
          <p:cNvCxnSpPr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1751965" y="4725035"/>
            <a:ext cx="2074545" cy="64833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FF0000"/>
            </a:solidFill>
            <a:tailEnd type="triangle"/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rgbClr val="FFFFFF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tx1"/>
          </a:fontRef>
        </p:style>
      </p:cxnSp>
      <p:cxnSp>
        <p:nvCxnSpPr>
          <p:cNvPr id="81" name="直接箭头连接符 9"/>
          <p:cNvCxnSpPr/>
          <p:nvPr/>
        </p:nvCxnSpPr>
        <p:spPr>
          <a:xfrm xmlns:a="http://schemas.openxmlformats.org/drawingml/2006/main">
            <a:off x="1751965" y="5048885"/>
            <a:ext cx="2074545" cy="46863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FF0000"/>
            </a:solidFill>
            <a:tailEnd type="triangle"/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rgbClr val="FFFFFF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tx1"/>
          </a:fontRef>
        </p:style>
      </p:cxnSp>
      <p:sp>
        <p:nvSpPr>
          <p:cNvPr id="15" name="矩形 14">
            <a:extLst xmlns:a="http://schemas.openxmlformats.org/drawingml/2006/main">
              <a:ext uri="{FF2B5EF4-FFF2-40B4-BE49-F238E27FC236}">
                <a16:creationId xmlns:a16="http://schemas.microsoft.com/office/drawing/2014/main" id="{B18DE7A9-29B7-4250-9C66-F6D479CEF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" y="4076700"/>
            <a:ext cx="1096645" cy="210185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>
              <a:lumMod val="65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000" b="1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T1 T2 T3 T4 T5</a:t>
            </a:r>
            <a:endParaRPr sz="1000" b="1">
              <a:solidFill>
                <a:schemeClr val="tx1"/>
              </a:solidFill>
              <a:latin typeface="Times New Roman"/>
              <a:ea typeface="Times New Roman"/>
              <a:cs typeface="Times New Roman"/>
            </a:endParaRPr>
          </a:p>
        </p:txBody>
      </p:sp>
      <p:cxnSp>
        <p:nvCxnSpPr>
          <p:cNvPr id="83" name="直接箭头连接符 15"/>
          <p:cNvCxnSpPr>
            <a:stCxn xmlns:a="http://schemas.openxmlformats.org/drawingml/2006/main" id="15" idx="3"/>
            <a:endCxn xmlns:a="http://schemas.openxmlformats.org/drawingml/2006/main" id="6" idx="0"/>
          </p:cNvCxnSpPr>
          <p:nvPr/>
        </p:nvCxnSpPr>
        <p:spPr>
          <a:xfrm xmlns:a="http://schemas.openxmlformats.org/drawingml/2006/main">
            <a:off x="1751965" y="4182110"/>
            <a:ext cx="2290445" cy="104711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FF0000"/>
            </a:solidFill>
            <a:tailEnd type="triangle"/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rgbClr val="FFFFFF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tx1"/>
          </a:fontRef>
        </p:style>
      </p:cxn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C608C37E-69A5-483C-AC9B-DFF797497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3895" y="4709795"/>
            <a:ext cx="294640" cy="231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solidFill>
              <a:srgbClr val="FF0000"/>
            </a:solidFill>
            <a:prstDash val="sysDash"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D3BF0500-DC2A-4EA0-A575-D4DABF2AB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2905" y="4509135"/>
            <a:ext cx="518160" cy="210185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>
              <a:lumMod val="65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000" b="1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Q4</a:t>
            </a:r>
            <a:endParaRPr sz="1000" b="1">
              <a:solidFill>
                <a:schemeClr val="tx1"/>
              </a:solidFill>
              <a:latin typeface="Times New Roman"/>
              <a:ea typeface="Times New Roman"/>
              <a:cs typeface="Times New Roman"/>
            </a:endParaRPr>
          </a:p>
        </p:txBody>
      </p:sp>
      <p:cxnSp>
        <p:nvCxnSpPr>
          <p:cNvPr id="86" name="直接箭头连接符 11"/>
          <p:cNvCxnSpPr/>
          <p:nvPr/>
        </p:nvCxnSpPr>
        <p:spPr>
          <a:xfrm xmlns:a="http://schemas.openxmlformats.org/drawingml/2006/main" flipH="1">
            <a:off x="6058535" y="4614545"/>
            <a:ext cx="1937385" cy="11049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FF0000"/>
            </a:solidFill>
            <a:tailEnd type="triangle"/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rgbClr val="FFFFFF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tx1"/>
          </a:fontRef>
        </p:style>
      </p:cxnSp>
      <p:sp>
        <p:nvSpPr>
          <p:cNvPr id="13" name="矩形 12">
            <a:extLst xmlns:a="http://schemas.openxmlformats.org/drawingml/2006/main">
              <a:ext uri="{FF2B5EF4-FFF2-40B4-BE49-F238E27FC236}">
                <a16:creationId xmlns:a16="http://schemas.microsoft.com/office/drawing/2014/main" id="{4B639FA6-BED9-40EB-9B2A-20E16190D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2905" y="4819015"/>
            <a:ext cx="518160" cy="210185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>
              <a:lumMod val="65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000" b="1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Q5</a:t>
            </a:r>
            <a:endParaRPr sz="1000" b="1">
              <a:solidFill>
                <a:schemeClr val="tx1"/>
              </a:solidFill>
              <a:latin typeface="Times New Roman"/>
              <a:ea typeface="Times New Roman"/>
              <a:cs typeface="Times New Roman"/>
            </a:endParaRPr>
          </a:p>
        </p:txBody>
      </p:sp>
      <p:cxnSp>
        <p:nvCxnSpPr>
          <p:cNvPr id="88" name="直接箭头连接符 13"/>
          <p:cNvCxnSpPr/>
          <p:nvPr/>
        </p:nvCxnSpPr>
        <p:spPr>
          <a:xfrm xmlns:a="http://schemas.openxmlformats.org/drawingml/2006/main" flipH="1">
            <a:off x="6058535" y="4924425"/>
            <a:ext cx="1937385" cy="1651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FF0000"/>
            </a:solidFill>
            <a:tailEnd type="triangle"/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rgbClr val="FFFFFF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tx1"/>
          </a:fontRef>
        </p:style>
      </p:cxnSp>
      <p:sp>
        <p:nvSpPr>
          <p:cNvPr id="17" name="矩形 16">
            <a:extLst xmlns:a="http://schemas.openxmlformats.org/drawingml/2006/main">
              <a:ext uri="{FF2B5EF4-FFF2-40B4-BE49-F238E27FC236}">
                <a16:creationId xmlns:a16="http://schemas.microsoft.com/office/drawing/2014/main" id="{9FC8BFDD-6EC1-4F07-ADD4-CD9F2D8465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6395" y="4204970"/>
            <a:ext cx="713105" cy="210185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>
              <a:lumMod val="65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000" b="1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T6 T7 T8</a:t>
            </a:r>
            <a:endParaRPr sz="1000" b="1">
              <a:solidFill>
                <a:schemeClr val="tx1"/>
              </a:solidFill>
              <a:latin typeface="Times New Roman"/>
              <a:ea typeface="Times New Roman"/>
              <a:cs typeface="Times New Roman"/>
            </a:endParaRPr>
          </a:p>
        </p:txBody>
      </p:sp>
      <p:cxnSp>
        <p:nvCxnSpPr>
          <p:cNvPr id="90" name="直接箭头连接符 17"/>
          <p:cNvCxnSpPr>
            <a:stCxn xmlns:a="http://schemas.openxmlformats.org/drawingml/2006/main" id="17" idx="1"/>
            <a:endCxn xmlns:a="http://schemas.openxmlformats.org/drawingml/2006/main" id="7" idx="0"/>
          </p:cNvCxnSpPr>
          <p:nvPr/>
        </p:nvCxnSpPr>
        <p:spPr>
          <a:xfrm xmlns:a="http://schemas.openxmlformats.org/drawingml/2006/main" flipH="1">
            <a:off x="5911215" y="4310380"/>
            <a:ext cx="2075180" cy="39941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FF0000"/>
            </a:solidFill>
            <a:tailEnd type="triangle"/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rgbClr val="FFFFFF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7676926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74" name="图片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1d360d8c6c242d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901825" y="0"/>
            <a:ext cx="5720715" cy="6858000"/>
          </a:xfrm>
          <a:prstGeom xmlns:a="http://schemas.openxmlformats.org/drawingml/2006/main" prst="rect">
            <a:avLst/>
          </a:prstGeom>
        </p:spPr>
      </p:pic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FD87DA90-57E6-4B19-92D1-FE4C2487A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6510" y="2853055"/>
            <a:ext cx="431800" cy="2882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solidFill>
              <a:srgbClr val="FF0000"/>
            </a:solidFill>
            <a:prstDash val="sysDash"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5EF93181-337C-43B7-93EE-C8D408A0B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3895" y="2333625"/>
            <a:ext cx="294640" cy="231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solidFill>
              <a:srgbClr val="FF0000"/>
            </a:solidFill>
            <a:prstDash val="sysDash"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E9D7A91E-EE9C-4F93-975E-890EE8387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3805" y="1988820"/>
            <a:ext cx="518160" cy="210185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>
              <a:lumMod val="65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000" b="1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Q10</a:t>
            </a:r>
            <a:endParaRPr sz="1000" b="1">
              <a:solidFill>
                <a:schemeClr val="tx1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120D1C81-DEDB-43BA-A222-2AA1E7E73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3805" y="2277110"/>
            <a:ext cx="518160" cy="210185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>
              <a:lumMod val="65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000" b="1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Q11</a:t>
            </a:r>
            <a:endParaRPr sz="1000" b="1">
              <a:solidFill>
                <a:schemeClr val="tx1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72452791-3909-403C-A2EA-A67A7D320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3805" y="2565400"/>
            <a:ext cx="518160" cy="210185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>
              <a:lumMod val="65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000" b="1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Q12</a:t>
            </a:r>
            <a:endParaRPr sz="1000" b="1">
              <a:solidFill>
                <a:schemeClr val="tx1"/>
              </a:solidFill>
              <a:latin typeface="Times New Roman"/>
              <a:ea typeface="Times New Roman"/>
              <a:cs typeface="Times New Roman"/>
            </a:endParaRPr>
          </a:p>
        </p:txBody>
      </p:sp>
      <p:cxnSp>
        <p:nvCxnSpPr>
          <p:cNvPr id="80" name="直接箭头连接符 7"/>
          <p:cNvCxnSpPr>
            <a:stCxn xmlns:a="http://schemas.openxmlformats.org/drawingml/2006/main" id="2" idx="3"/>
          </p:cNvCxnSpPr>
          <p:nvPr/>
        </p:nvCxnSpPr>
        <p:spPr>
          <a:xfrm xmlns:a="http://schemas.openxmlformats.org/drawingml/2006/main">
            <a:off x="1751965" y="2094230"/>
            <a:ext cx="2074545" cy="75882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FF0000"/>
            </a:solidFill>
            <a:tailEnd type="triangle"/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rgbClr val="FFFFFF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tx1"/>
          </a:fontRef>
        </p:style>
      </p:cxnSp>
      <p:cxnSp>
        <p:nvCxnSpPr>
          <p:cNvPr id="81" name="直接箭头连接符 8"/>
          <p:cNvCxnSpPr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1751965" y="2348865"/>
            <a:ext cx="2074545" cy="64833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FF0000"/>
            </a:solidFill>
            <a:tailEnd type="triangle"/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rgbClr val="FFFFFF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tx1"/>
          </a:fontRef>
        </p:style>
      </p:cxnSp>
      <p:cxnSp>
        <p:nvCxnSpPr>
          <p:cNvPr id="82" name="直接箭头连接符 9"/>
          <p:cNvCxnSpPr/>
          <p:nvPr/>
        </p:nvCxnSpPr>
        <p:spPr>
          <a:xfrm xmlns:a="http://schemas.openxmlformats.org/drawingml/2006/main">
            <a:off x="1751965" y="2672715"/>
            <a:ext cx="2074545" cy="46863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FF0000"/>
            </a:solidFill>
            <a:tailEnd type="triangle"/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rgbClr val="FFFFFF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tx1"/>
          </a:fontRef>
        </p:style>
      </p:cxn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57FF93FE-3B0C-4D70-9F99-60D7B6AC3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2905" y="2132965"/>
            <a:ext cx="518160" cy="210185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>
              <a:lumMod val="65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000" b="1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Q13</a:t>
            </a:r>
            <a:endParaRPr sz="1000" b="1">
              <a:solidFill>
                <a:schemeClr val="tx1"/>
              </a:solidFill>
              <a:latin typeface="Times New Roman"/>
              <a:ea typeface="Times New Roman"/>
              <a:cs typeface="Times New Roman"/>
            </a:endParaRPr>
          </a:p>
        </p:txBody>
      </p:sp>
      <p:cxnSp>
        <p:nvCxnSpPr>
          <p:cNvPr id="84" name="直接箭头连接符 11"/>
          <p:cNvCxnSpPr/>
          <p:nvPr/>
        </p:nvCxnSpPr>
        <p:spPr>
          <a:xfrm xmlns:a="http://schemas.openxmlformats.org/drawingml/2006/main" flipH="1">
            <a:off x="6058535" y="2238375"/>
            <a:ext cx="1937385" cy="11049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FF0000"/>
            </a:solidFill>
            <a:tailEnd type="triangle"/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rgbClr val="FFFFFF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tx1"/>
          </a:fontRef>
        </p:style>
      </p:cxnSp>
      <p:sp>
        <p:nvSpPr>
          <p:cNvPr id="13" name="矩形 12">
            <a:extLst xmlns:a="http://schemas.openxmlformats.org/drawingml/2006/main">
              <a:ext uri="{FF2B5EF4-FFF2-40B4-BE49-F238E27FC236}">
                <a16:creationId xmlns:a16="http://schemas.microsoft.com/office/drawing/2014/main" id="{2927F4DA-C92B-435C-83E0-A951683DB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2905" y="2442845"/>
            <a:ext cx="518160" cy="210185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>
              <a:lumMod val="65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000" b="1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Q14</a:t>
            </a:r>
            <a:endParaRPr sz="1000" b="1">
              <a:solidFill>
                <a:schemeClr val="tx1"/>
              </a:solidFill>
              <a:latin typeface="Times New Roman"/>
              <a:ea typeface="Times New Roman"/>
              <a:cs typeface="Times New Roman"/>
            </a:endParaRPr>
          </a:p>
        </p:txBody>
      </p:sp>
      <p:cxnSp>
        <p:nvCxnSpPr>
          <p:cNvPr id="86" name="直接箭头连接符 13"/>
          <p:cNvCxnSpPr/>
          <p:nvPr/>
        </p:nvCxnSpPr>
        <p:spPr>
          <a:xfrm xmlns:a="http://schemas.openxmlformats.org/drawingml/2006/main" flipH="1">
            <a:off x="6058535" y="2548255"/>
            <a:ext cx="1937385" cy="1651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FF0000"/>
            </a:solidFill>
            <a:tailEnd type="triangle"/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rgbClr val="FFFFFF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tx1"/>
          </a:fontRef>
        </p:style>
      </p:cxnSp>
      <p:sp>
        <p:nvSpPr>
          <p:cNvPr id="15" name="矩形 14">
            <a:extLst xmlns:a="http://schemas.openxmlformats.org/drawingml/2006/main">
              <a:ext uri="{FF2B5EF4-FFF2-40B4-BE49-F238E27FC236}">
                <a16:creationId xmlns:a16="http://schemas.microsoft.com/office/drawing/2014/main" id="{2DE2EA11-2EBE-416C-93A1-8567A34845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" y="1700530"/>
            <a:ext cx="1542415" cy="210185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>
              <a:lumMod val="65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000" b="1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T31 T32 T33 T34 T35</a:t>
            </a:r>
            <a:endParaRPr sz="1000" b="1">
              <a:solidFill>
                <a:schemeClr val="tx1"/>
              </a:solidFill>
              <a:latin typeface="Times New Roman"/>
              <a:ea typeface="Times New Roman"/>
              <a:cs typeface="Times New Roman"/>
            </a:endParaRPr>
          </a:p>
        </p:txBody>
      </p:sp>
      <p:cxnSp>
        <p:nvCxnSpPr>
          <p:cNvPr id="88" name="直接箭头连接符 15"/>
          <p:cNvCxnSpPr>
            <a:stCxn xmlns:a="http://schemas.openxmlformats.org/drawingml/2006/main" id="15" idx="3"/>
            <a:endCxn xmlns:a="http://schemas.openxmlformats.org/drawingml/2006/main" id="6" idx="0"/>
          </p:cNvCxnSpPr>
          <p:nvPr/>
        </p:nvCxnSpPr>
        <p:spPr>
          <a:xfrm xmlns:a="http://schemas.openxmlformats.org/drawingml/2006/main">
            <a:off x="1751965" y="1805940"/>
            <a:ext cx="2290445" cy="104711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FF0000"/>
            </a:solidFill>
            <a:tailEnd type="triangle"/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rgbClr val="FFFFFF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tx1"/>
          </a:fontRef>
        </p:style>
      </p:cxnSp>
      <p:sp>
        <p:nvSpPr>
          <p:cNvPr id="17" name="矩形 16">
            <a:extLst xmlns:a="http://schemas.openxmlformats.org/drawingml/2006/main">
              <a:ext uri="{FF2B5EF4-FFF2-40B4-BE49-F238E27FC236}">
                <a16:creationId xmlns:a16="http://schemas.microsoft.com/office/drawing/2014/main" id="{DAE12087-15F2-4995-9BD8-0BD0D55EC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6395" y="1828800"/>
            <a:ext cx="928370" cy="210185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>
              <a:lumMod val="65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000" b="1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T36 T37 T38</a:t>
            </a:r>
            <a:endParaRPr sz="1000" b="1">
              <a:solidFill>
                <a:schemeClr val="tx1"/>
              </a:solidFill>
              <a:latin typeface="Times New Roman"/>
              <a:ea typeface="Times New Roman"/>
              <a:cs typeface="Times New Roman"/>
            </a:endParaRPr>
          </a:p>
        </p:txBody>
      </p:sp>
      <p:cxnSp>
        <p:nvCxnSpPr>
          <p:cNvPr id="90" name="直接箭头连接符 17"/>
          <p:cNvCxnSpPr>
            <a:stCxn xmlns:a="http://schemas.openxmlformats.org/drawingml/2006/main" id="17" idx="1"/>
            <a:endCxn xmlns:a="http://schemas.openxmlformats.org/drawingml/2006/main" id="7" idx="0"/>
          </p:cNvCxnSpPr>
          <p:nvPr/>
        </p:nvCxnSpPr>
        <p:spPr>
          <a:xfrm xmlns:a="http://schemas.openxmlformats.org/drawingml/2006/main" flipH="1">
            <a:off x="5911215" y="1934210"/>
            <a:ext cx="2075180" cy="39941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FF0000"/>
            </a:solidFill>
            <a:tailEnd type="triangle"/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rgbClr val="FFFFFF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6528111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70" name="图片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e00228d0488450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901825" y="0"/>
            <a:ext cx="5720715" cy="6858000"/>
          </a:xfrm>
          <a:prstGeom xmlns:a="http://schemas.openxmlformats.org/drawingml/2006/main" prst="rect">
            <a:avLst/>
          </a:prstGeom>
        </p:spPr>
      </p:pic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50BF75A1-448D-4FB2-8627-E0D1EC6D6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0880" y="4079240"/>
            <a:ext cx="294640" cy="231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solidFill>
              <a:srgbClr val="FF0000"/>
            </a:solidFill>
            <a:prstDash val="sysDash"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5A395AEC-F058-48CD-95C4-7BC3FDFD6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9890" y="4396740"/>
            <a:ext cx="518160" cy="210185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>
              <a:lumMod val="65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000" b="1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Q6</a:t>
            </a:r>
            <a:endParaRPr sz="1000" b="1">
              <a:solidFill>
                <a:schemeClr val="tx1"/>
              </a:solidFill>
              <a:latin typeface="Times New Roman"/>
              <a:ea typeface="Times New Roman"/>
              <a:cs typeface="Times New Roman"/>
            </a:endParaRPr>
          </a:p>
        </p:txBody>
      </p:sp>
      <p:cxnSp>
        <p:nvCxnSpPr>
          <p:cNvPr id="73" name="直接箭头连接符 11"/>
          <p:cNvCxnSpPr>
            <a:stCxn xmlns:a="http://schemas.openxmlformats.org/drawingml/2006/main" id="11" idx="1"/>
          </p:cNvCxnSpPr>
          <p:nvPr/>
        </p:nvCxnSpPr>
        <p:spPr>
          <a:xfrm xmlns:a="http://schemas.openxmlformats.org/drawingml/2006/main" flipH="1" flipV="1">
            <a:off x="6065520" y="4094480"/>
            <a:ext cx="1944370" cy="40767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FF0000"/>
            </a:solidFill>
            <a:tailEnd type="triangle"/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rgbClr val="FFFFFF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tx1"/>
          </a:fontRef>
        </p:style>
      </p:cxnSp>
      <p:sp>
        <p:nvSpPr>
          <p:cNvPr id="13" name="矩形 12">
            <a:extLst xmlns:a="http://schemas.openxmlformats.org/drawingml/2006/main">
              <a:ext uri="{FF2B5EF4-FFF2-40B4-BE49-F238E27FC236}">
                <a16:creationId xmlns:a16="http://schemas.microsoft.com/office/drawing/2014/main" id="{1B524099-3542-4600-BD66-A54501544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9890" y="4725035"/>
            <a:ext cx="518160" cy="210185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>
              <a:lumMod val="65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000" b="1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Q7</a:t>
            </a:r>
            <a:endParaRPr sz="1000" b="1">
              <a:solidFill>
                <a:schemeClr val="tx1"/>
              </a:solidFill>
              <a:latin typeface="Times New Roman"/>
              <a:ea typeface="Times New Roman"/>
              <a:cs typeface="Times New Roman"/>
            </a:endParaRPr>
          </a:p>
        </p:txBody>
      </p:sp>
      <p:cxnSp>
        <p:nvCxnSpPr>
          <p:cNvPr id="75" name="直接箭头连接符 13"/>
          <p:cNvCxnSpPr>
            <a:stCxn xmlns:a="http://schemas.openxmlformats.org/drawingml/2006/main" id="13" idx="1"/>
          </p:cNvCxnSpPr>
          <p:nvPr/>
        </p:nvCxnSpPr>
        <p:spPr>
          <a:xfrm xmlns:a="http://schemas.openxmlformats.org/drawingml/2006/main" flipH="1" flipV="1">
            <a:off x="6065520" y="4237990"/>
            <a:ext cx="1944370" cy="59245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FF0000"/>
            </a:solidFill>
            <a:tailEnd type="triangle"/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rgbClr val="FFFFFF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tx1"/>
          </a:fontRef>
        </p:style>
      </p:cxnSp>
      <p:sp>
        <p:nvSpPr>
          <p:cNvPr id="17" name="矩形 16">
            <a:extLst xmlns:a="http://schemas.openxmlformats.org/drawingml/2006/main">
              <a:ext uri="{FF2B5EF4-FFF2-40B4-BE49-F238E27FC236}">
                <a16:creationId xmlns:a16="http://schemas.microsoft.com/office/drawing/2014/main" id="{B65BCF6B-AD6C-45D0-B255-61099341F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9890" y="4077335"/>
            <a:ext cx="859790" cy="210185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>
              <a:lumMod val="65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000" b="1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T9 T10 T11</a:t>
            </a:r>
            <a:endParaRPr sz="1000" b="1">
              <a:solidFill>
                <a:schemeClr val="tx1"/>
              </a:solidFill>
              <a:latin typeface="Times New Roman"/>
              <a:ea typeface="Times New Roman"/>
              <a:cs typeface="Times New Roman"/>
            </a:endParaRPr>
          </a:p>
        </p:txBody>
      </p:sp>
      <p:cxnSp>
        <p:nvCxnSpPr>
          <p:cNvPr id="77" name="直接箭头连接符 17"/>
          <p:cNvCxnSpPr>
            <a:stCxn xmlns:a="http://schemas.openxmlformats.org/drawingml/2006/main" id="17" idx="1"/>
            <a:endCxn xmlns:a="http://schemas.openxmlformats.org/drawingml/2006/main" id="3" idx="0"/>
          </p:cNvCxnSpPr>
          <p:nvPr/>
        </p:nvCxnSpPr>
        <p:spPr>
          <a:xfrm xmlns:a="http://schemas.openxmlformats.org/drawingml/2006/main" flipH="1" flipV="1">
            <a:off x="5918200" y="4079240"/>
            <a:ext cx="2091690" cy="10350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FF0000"/>
            </a:solidFill>
            <a:tailEnd type="triangle"/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rgbClr val="FFFFFF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tx1"/>
          </a:fontRef>
        </p:style>
      </p:cxn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3A26DE3D-C0E1-4B85-A26A-C1CEE7EB3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3895" y="3500120"/>
            <a:ext cx="294640" cy="231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solidFill>
              <a:srgbClr val="FF0000"/>
            </a:solidFill>
            <a:prstDash val="sysDash"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97FC4FD3-2B03-4C0A-8F88-8480956B2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2905" y="3299460"/>
            <a:ext cx="518160" cy="210185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>
              <a:lumMod val="65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000" b="1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Q8</a:t>
            </a:r>
            <a:endParaRPr sz="1000" b="1">
              <a:solidFill>
                <a:schemeClr val="tx1"/>
              </a:solidFill>
              <a:latin typeface="Times New Roman"/>
              <a:ea typeface="Times New Roman"/>
              <a:cs typeface="Times New Roman"/>
            </a:endParaRPr>
          </a:p>
        </p:txBody>
      </p:sp>
      <p:cxnSp>
        <p:nvCxnSpPr>
          <p:cNvPr id="80" name="直接箭头连接符 8"/>
          <p:cNvCxnSpPr/>
          <p:nvPr/>
        </p:nvCxnSpPr>
        <p:spPr>
          <a:xfrm xmlns:a="http://schemas.openxmlformats.org/drawingml/2006/main" flipH="1">
            <a:off x="6058535" y="3404870"/>
            <a:ext cx="1937385" cy="11049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FF0000"/>
            </a:solidFill>
            <a:tailEnd type="triangle"/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rgbClr val="FFFFFF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tx1"/>
          </a:fontRef>
        </p:style>
      </p:cxn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5AEF63D3-A405-4FEF-AB0F-7607CB862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2905" y="3609340"/>
            <a:ext cx="518160" cy="210185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>
              <a:lumMod val="65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000" b="1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Q9</a:t>
            </a:r>
            <a:endParaRPr sz="1000" b="1">
              <a:solidFill>
                <a:schemeClr val="tx1"/>
              </a:solidFill>
              <a:latin typeface="Times New Roman"/>
              <a:ea typeface="Times New Roman"/>
              <a:cs typeface="Times New Roman"/>
            </a:endParaRPr>
          </a:p>
        </p:txBody>
      </p:sp>
      <p:cxnSp>
        <p:nvCxnSpPr>
          <p:cNvPr id="82" name="直接箭头连接符 14"/>
          <p:cNvCxnSpPr/>
          <p:nvPr/>
        </p:nvCxnSpPr>
        <p:spPr>
          <a:xfrm xmlns:a="http://schemas.openxmlformats.org/drawingml/2006/main" flipH="1">
            <a:off x="6058535" y="3714750"/>
            <a:ext cx="1937385" cy="1651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FF0000"/>
            </a:solidFill>
            <a:tailEnd type="triangle"/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rgbClr val="FFFFFF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tx1"/>
          </a:fontRef>
        </p:style>
      </p:cxnSp>
      <p:sp>
        <p:nvSpPr>
          <p:cNvPr id="16" name="矩形 15">
            <a:extLst xmlns:a="http://schemas.openxmlformats.org/drawingml/2006/main">
              <a:ext uri="{FF2B5EF4-FFF2-40B4-BE49-F238E27FC236}">
                <a16:creationId xmlns:a16="http://schemas.microsoft.com/office/drawing/2014/main" id="{3F906449-3F1A-4AF5-B4F0-8AFB6DF02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6395" y="2995295"/>
            <a:ext cx="883920" cy="210185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>
              <a:lumMod val="65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000" b="1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T12 T13 T14</a:t>
            </a:r>
            <a:endParaRPr sz="1000" b="1">
              <a:solidFill>
                <a:schemeClr val="tx1"/>
              </a:solidFill>
              <a:latin typeface="Times New Roman"/>
              <a:ea typeface="Times New Roman"/>
              <a:cs typeface="Times New Roman"/>
            </a:endParaRPr>
          </a:p>
        </p:txBody>
      </p:sp>
      <p:cxnSp>
        <p:nvCxnSpPr>
          <p:cNvPr id="84" name="直接箭头连接符 19"/>
          <p:cNvCxnSpPr>
            <a:stCxn xmlns:a="http://schemas.openxmlformats.org/drawingml/2006/main" id="16" idx="1"/>
            <a:endCxn xmlns:a="http://schemas.openxmlformats.org/drawingml/2006/main" id="6" idx="0"/>
          </p:cNvCxnSpPr>
          <p:nvPr/>
        </p:nvCxnSpPr>
        <p:spPr>
          <a:xfrm xmlns:a="http://schemas.openxmlformats.org/drawingml/2006/main" flipH="1">
            <a:off x="5911215" y="3100705"/>
            <a:ext cx="2075180" cy="39941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FF0000"/>
            </a:solidFill>
            <a:tailEnd type="triangle"/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rgbClr val="FFFFFF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2077839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70" name="图片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bc2f75ca0374c6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901825" y="0"/>
            <a:ext cx="5720715" cy="6858000"/>
          </a:xfrm>
          <a:prstGeom xmlns:a="http://schemas.openxmlformats.org/drawingml/2006/main" prst="rect">
            <a:avLst/>
          </a:prstGeom>
        </p:spPr>
      </p:pic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5EA695C5-FB80-44C1-9E49-C647F7244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0245" y="1715770"/>
            <a:ext cx="294640" cy="231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solidFill>
              <a:srgbClr val="FF0000"/>
            </a:solidFill>
            <a:prstDash val="sysDash"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059681EE-6B11-49E6-9C37-14EB7AF48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9255" y="2033270"/>
            <a:ext cx="518160" cy="210185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>
              <a:lumMod val="65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000" b="1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Q15</a:t>
            </a:r>
            <a:endParaRPr sz="1000" b="1">
              <a:solidFill>
                <a:schemeClr val="tx1"/>
              </a:solidFill>
              <a:latin typeface="Times New Roman"/>
              <a:ea typeface="Times New Roman"/>
              <a:cs typeface="Times New Roman"/>
            </a:endParaRPr>
          </a:p>
        </p:txBody>
      </p:sp>
      <p:cxnSp>
        <p:nvCxnSpPr>
          <p:cNvPr id="73" name="直接箭头连接符 11"/>
          <p:cNvCxnSpPr>
            <a:stCxn xmlns:a="http://schemas.openxmlformats.org/drawingml/2006/main" id="11" idx="1"/>
          </p:cNvCxnSpPr>
          <p:nvPr/>
        </p:nvCxnSpPr>
        <p:spPr>
          <a:xfrm xmlns:a="http://schemas.openxmlformats.org/drawingml/2006/main" flipH="1" flipV="1">
            <a:off x="6064885" y="1731010"/>
            <a:ext cx="1944370" cy="40767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FF0000"/>
            </a:solidFill>
            <a:tailEnd type="triangle"/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rgbClr val="FFFFFF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tx1"/>
          </a:fontRef>
        </p:style>
      </p:cxnSp>
      <p:sp>
        <p:nvSpPr>
          <p:cNvPr id="13" name="矩形 12">
            <a:extLst xmlns:a="http://schemas.openxmlformats.org/drawingml/2006/main">
              <a:ext uri="{FF2B5EF4-FFF2-40B4-BE49-F238E27FC236}">
                <a16:creationId xmlns:a16="http://schemas.microsoft.com/office/drawing/2014/main" id="{C7F330EC-9A40-4D7A-92F1-9E2CF8E94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9255" y="2361565"/>
            <a:ext cx="518160" cy="210185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>
              <a:lumMod val="65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000" b="1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Q16</a:t>
            </a:r>
            <a:endParaRPr sz="1000" b="1">
              <a:solidFill>
                <a:schemeClr val="tx1"/>
              </a:solidFill>
              <a:latin typeface="Times New Roman"/>
              <a:ea typeface="Times New Roman"/>
              <a:cs typeface="Times New Roman"/>
            </a:endParaRPr>
          </a:p>
        </p:txBody>
      </p:sp>
      <p:cxnSp>
        <p:nvCxnSpPr>
          <p:cNvPr id="75" name="直接箭头连接符 13"/>
          <p:cNvCxnSpPr>
            <a:stCxn xmlns:a="http://schemas.openxmlformats.org/drawingml/2006/main" id="13" idx="1"/>
          </p:cNvCxnSpPr>
          <p:nvPr/>
        </p:nvCxnSpPr>
        <p:spPr>
          <a:xfrm xmlns:a="http://schemas.openxmlformats.org/drawingml/2006/main" flipH="1" flipV="1">
            <a:off x="6064885" y="1874520"/>
            <a:ext cx="1944370" cy="59245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FF0000"/>
            </a:solidFill>
            <a:tailEnd type="triangle"/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rgbClr val="FFFFFF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tx1"/>
          </a:fontRef>
        </p:style>
      </p:cxnSp>
      <p:sp>
        <p:nvSpPr>
          <p:cNvPr id="17" name="矩形 16">
            <a:extLst xmlns:a="http://schemas.openxmlformats.org/drawingml/2006/main">
              <a:ext uri="{FF2B5EF4-FFF2-40B4-BE49-F238E27FC236}">
                <a16:creationId xmlns:a16="http://schemas.microsoft.com/office/drawing/2014/main" id="{B1F33C5C-4641-44D8-ABD7-94F5B26A4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9255" y="1713865"/>
            <a:ext cx="949960" cy="210185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>
              <a:lumMod val="65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000" b="1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T39 T40 T41</a:t>
            </a:r>
            <a:endParaRPr sz="1000" b="1">
              <a:solidFill>
                <a:schemeClr val="tx1"/>
              </a:solidFill>
              <a:latin typeface="Times New Roman"/>
              <a:ea typeface="Times New Roman"/>
              <a:cs typeface="Times New Roman"/>
            </a:endParaRPr>
          </a:p>
        </p:txBody>
      </p:sp>
      <p:cxnSp>
        <p:nvCxnSpPr>
          <p:cNvPr id="77" name="直接箭头连接符 17"/>
          <p:cNvCxnSpPr>
            <a:stCxn xmlns:a="http://schemas.openxmlformats.org/drawingml/2006/main" id="17" idx="1"/>
            <a:endCxn xmlns:a="http://schemas.openxmlformats.org/drawingml/2006/main" id="3" idx="0"/>
          </p:cNvCxnSpPr>
          <p:nvPr/>
        </p:nvCxnSpPr>
        <p:spPr>
          <a:xfrm xmlns:a="http://schemas.openxmlformats.org/drawingml/2006/main" flipH="1" flipV="1">
            <a:off x="5917565" y="1715770"/>
            <a:ext cx="2091690" cy="10350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FF0000"/>
            </a:solidFill>
            <a:tailEnd type="triangle"/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rgbClr val="FFFFFF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tx1"/>
          </a:fontRef>
        </p:style>
      </p:cxn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4B59FDEC-69DD-4A40-8CFD-F575CDEE2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3260" y="1136650"/>
            <a:ext cx="294640" cy="231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solidFill>
              <a:srgbClr val="FF0000"/>
            </a:solidFill>
            <a:prstDash val="sysDash"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771EA12B-03E0-423A-8908-5240D8F95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2270" y="935990"/>
            <a:ext cx="518160" cy="210185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>
              <a:lumMod val="65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000" b="1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Q17</a:t>
            </a:r>
            <a:endParaRPr sz="1000" b="1">
              <a:solidFill>
                <a:schemeClr val="tx1"/>
              </a:solidFill>
              <a:latin typeface="Times New Roman"/>
              <a:ea typeface="Times New Roman"/>
              <a:cs typeface="Times New Roman"/>
            </a:endParaRPr>
          </a:p>
        </p:txBody>
      </p:sp>
      <p:cxnSp>
        <p:nvCxnSpPr>
          <p:cNvPr id="80" name="直接箭头连接符 8"/>
          <p:cNvCxnSpPr/>
          <p:nvPr/>
        </p:nvCxnSpPr>
        <p:spPr>
          <a:xfrm xmlns:a="http://schemas.openxmlformats.org/drawingml/2006/main" flipH="1">
            <a:off x="6057900" y="1041400"/>
            <a:ext cx="1937385" cy="11049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FF0000"/>
            </a:solidFill>
            <a:tailEnd type="triangle"/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rgbClr val="FFFFFF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tx1"/>
          </a:fontRef>
        </p:style>
      </p:cxn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97624C64-5546-4706-8309-C06934CE2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2270" y="1245870"/>
            <a:ext cx="518160" cy="210185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>
              <a:lumMod val="65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000" b="1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Q18</a:t>
            </a:r>
            <a:endParaRPr sz="1000" b="1">
              <a:solidFill>
                <a:schemeClr val="tx1"/>
              </a:solidFill>
              <a:latin typeface="Times New Roman"/>
              <a:ea typeface="Times New Roman"/>
              <a:cs typeface="Times New Roman"/>
            </a:endParaRPr>
          </a:p>
        </p:txBody>
      </p:sp>
      <p:cxnSp>
        <p:nvCxnSpPr>
          <p:cNvPr id="82" name="直接箭头连接符 14"/>
          <p:cNvCxnSpPr/>
          <p:nvPr/>
        </p:nvCxnSpPr>
        <p:spPr>
          <a:xfrm xmlns:a="http://schemas.openxmlformats.org/drawingml/2006/main" flipH="1">
            <a:off x="6057900" y="1351280"/>
            <a:ext cx="1937385" cy="1651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FF0000"/>
            </a:solidFill>
            <a:tailEnd type="triangle"/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rgbClr val="FFFFFF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tx1"/>
          </a:fontRef>
        </p:style>
      </p:cxnSp>
      <p:sp>
        <p:nvSpPr>
          <p:cNvPr id="16" name="矩形 15">
            <a:extLst xmlns:a="http://schemas.openxmlformats.org/drawingml/2006/main">
              <a:ext uri="{FF2B5EF4-FFF2-40B4-BE49-F238E27FC236}">
                <a16:creationId xmlns:a16="http://schemas.microsoft.com/office/drawing/2014/main" id="{F6339751-68A3-4E89-8EAC-74BAAB106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5760" y="631825"/>
            <a:ext cx="883920" cy="210185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>
              <a:lumMod val="65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000" b="1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T42 T43 T44</a:t>
            </a:r>
            <a:endParaRPr sz="1000" b="1">
              <a:solidFill>
                <a:schemeClr val="tx1"/>
              </a:solidFill>
              <a:latin typeface="Times New Roman"/>
              <a:ea typeface="Times New Roman"/>
              <a:cs typeface="Times New Roman"/>
            </a:endParaRPr>
          </a:p>
        </p:txBody>
      </p:sp>
      <p:cxnSp>
        <p:nvCxnSpPr>
          <p:cNvPr id="84" name="直接箭头连接符 19"/>
          <p:cNvCxnSpPr>
            <a:stCxn xmlns:a="http://schemas.openxmlformats.org/drawingml/2006/main" id="16" idx="1"/>
            <a:endCxn xmlns:a="http://schemas.openxmlformats.org/drawingml/2006/main" id="6" idx="0"/>
          </p:cNvCxnSpPr>
          <p:nvPr/>
        </p:nvCxnSpPr>
        <p:spPr>
          <a:xfrm xmlns:a="http://schemas.openxmlformats.org/drawingml/2006/main" flipH="1">
            <a:off x="5910580" y="737235"/>
            <a:ext cx="2075180" cy="39941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FF0000"/>
            </a:solidFill>
            <a:tailEnd type="triangle"/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rgbClr val="FFFFFF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4886294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75" name="图片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4fedf66934440a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901825" y="0"/>
            <a:ext cx="5720715" cy="6858000"/>
          </a:xfrm>
          <a:prstGeom xmlns:a="http://schemas.openxmlformats.org/drawingml/2006/main" prst="rect">
            <a:avLst/>
          </a:prstGeom>
        </p:spPr>
      </p:pic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E6EBB839-5009-4FBD-8879-A4A4E6430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68625" y="5300980"/>
            <a:ext cx="294640" cy="231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solidFill>
              <a:srgbClr val="FF0000"/>
            </a:solidFill>
            <a:prstDash val="sysDash"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76188D4F-10B8-4AAF-A6BD-8541DD337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4591050"/>
            <a:ext cx="294640" cy="231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solidFill>
              <a:srgbClr val="FF0000"/>
            </a:solidFill>
            <a:prstDash val="sysDash"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24A92180-CB25-4A69-8B05-09628B7BE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52395" y="3928745"/>
            <a:ext cx="294640" cy="231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solidFill>
              <a:srgbClr val="FF0000"/>
            </a:solidFill>
            <a:prstDash val="sysDash"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745E51CB-8787-445F-B53D-6AFB4B3B5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3635" y="4701540"/>
            <a:ext cx="294640" cy="231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solidFill>
              <a:srgbClr val="FF0000"/>
            </a:solidFill>
            <a:prstDash val="sysDash"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67E1B1ED-CCCF-489A-A4AA-AD4D2F764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7125" y="4110990"/>
            <a:ext cx="294640" cy="231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solidFill>
              <a:srgbClr val="FF0000"/>
            </a:solidFill>
            <a:prstDash val="sysDash"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7" name="矩形 16">
            <a:extLst xmlns:a="http://schemas.openxmlformats.org/drawingml/2006/main">
              <a:ext uri="{FF2B5EF4-FFF2-40B4-BE49-F238E27FC236}">
                <a16:creationId xmlns:a16="http://schemas.microsoft.com/office/drawing/2014/main" id="{B9F490AB-9594-4781-A908-AF4993100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3790" y="5157470"/>
            <a:ext cx="638175" cy="210185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>
              <a:lumMod val="65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000" b="1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T15 T16</a:t>
            </a:r>
            <a:endParaRPr sz="1000" b="1">
              <a:solidFill>
                <a:schemeClr val="tx1"/>
              </a:solidFill>
              <a:latin typeface="Times New Roman"/>
              <a:ea typeface="Times New Roman"/>
              <a:cs typeface="Times New Roman"/>
            </a:endParaRPr>
          </a:p>
        </p:txBody>
      </p:sp>
      <p:cxnSp>
        <p:nvCxnSpPr>
          <p:cNvPr id="82" name="直接箭头连接符 17"/>
          <p:cNvCxnSpPr>
            <a:stCxn xmlns:a="http://schemas.openxmlformats.org/drawingml/2006/main" id="17" idx="3"/>
            <a:endCxn xmlns:a="http://schemas.openxmlformats.org/drawingml/2006/main" id="3" idx="1"/>
          </p:cNvCxnSpPr>
          <p:nvPr/>
        </p:nvCxnSpPr>
        <p:spPr>
          <a:xfrm xmlns:a="http://schemas.openxmlformats.org/drawingml/2006/main">
            <a:off x="1751965" y="5262880"/>
            <a:ext cx="1216660" cy="15430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FF0000"/>
            </a:solidFill>
            <a:tailEnd type="triangle"/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rgbClr val="FFFFFF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tx1"/>
          </a:fontRef>
        </p:style>
      </p:cxnSp>
      <p:sp>
        <p:nvSpPr>
          <p:cNvPr id="13" name="矩形 12">
            <a:extLst xmlns:a="http://schemas.openxmlformats.org/drawingml/2006/main">
              <a:ext uri="{FF2B5EF4-FFF2-40B4-BE49-F238E27FC236}">
                <a16:creationId xmlns:a16="http://schemas.microsoft.com/office/drawing/2014/main" id="{02B2D6E7-489C-445E-B203-583F58B4E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3790" y="4403725"/>
            <a:ext cx="638175" cy="210185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>
              <a:lumMod val="65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000" b="1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T17 T18</a:t>
            </a:r>
            <a:endParaRPr sz="1000" b="1">
              <a:solidFill>
                <a:schemeClr val="tx1"/>
              </a:solidFill>
              <a:latin typeface="Times New Roman"/>
              <a:ea typeface="Times New Roman"/>
              <a:cs typeface="Times New Roman"/>
            </a:endParaRPr>
          </a:p>
        </p:txBody>
      </p:sp>
      <p:cxnSp>
        <p:nvCxnSpPr>
          <p:cNvPr id="84" name="直接箭头连接符 13"/>
          <p:cNvCxnSpPr>
            <a:stCxn xmlns:a="http://schemas.openxmlformats.org/drawingml/2006/main" id="13" idx="3"/>
            <a:endCxn xmlns:a="http://schemas.openxmlformats.org/drawingml/2006/main" id="4" idx="1"/>
          </p:cNvCxnSpPr>
          <p:nvPr/>
        </p:nvCxnSpPr>
        <p:spPr>
          <a:xfrm xmlns:a="http://schemas.openxmlformats.org/drawingml/2006/main">
            <a:off x="1751965" y="4509135"/>
            <a:ext cx="1562735" cy="19812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FF0000"/>
            </a:solidFill>
            <a:tailEnd type="triangle"/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rgbClr val="FFFFFF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tx1"/>
          </a:fontRef>
        </p:style>
      </p:cxnSp>
      <p:sp>
        <p:nvSpPr>
          <p:cNvPr id="15" name="矩形 14">
            <a:extLst xmlns:a="http://schemas.openxmlformats.org/drawingml/2006/main">
              <a:ext uri="{FF2B5EF4-FFF2-40B4-BE49-F238E27FC236}">
                <a16:creationId xmlns:a16="http://schemas.microsoft.com/office/drawing/2014/main" id="{32A97CB2-795A-45FB-A4C5-A48E0607F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820" y="3755390"/>
            <a:ext cx="638175" cy="210185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>
              <a:lumMod val="65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000" b="1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T19 T20</a:t>
            </a:r>
            <a:endParaRPr sz="1000" b="1">
              <a:solidFill>
                <a:schemeClr val="tx1"/>
              </a:solidFill>
              <a:latin typeface="Times New Roman"/>
              <a:ea typeface="Times New Roman"/>
              <a:cs typeface="Times New Roman"/>
            </a:endParaRPr>
          </a:p>
        </p:txBody>
      </p:sp>
      <p:cxnSp>
        <p:nvCxnSpPr>
          <p:cNvPr id="86" name="直接箭头连接符 15"/>
          <p:cNvCxnSpPr>
            <a:stCxn xmlns:a="http://schemas.openxmlformats.org/drawingml/2006/main" id="1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1737995" y="3860800"/>
            <a:ext cx="914400" cy="1841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FF0000"/>
            </a:solidFill>
            <a:tailEnd type="triangle"/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rgbClr val="FFFFFF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tx1"/>
          </a:fontRef>
        </p:style>
      </p:cxnSp>
      <p:sp>
        <p:nvSpPr>
          <p:cNvPr id="19" name="矩形 18">
            <a:extLst xmlns:a="http://schemas.openxmlformats.org/drawingml/2006/main">
              <a:ext uri="{FF2B5EF4-FFF2-40B4-BE49-F238E27FC236}">
                <a16:creationId xmlns:a16="http://schemas.microsoft.com/office/drawing/2014/main" id="{CBE6D8D3-4BA0-4A6D-9EB6-7CEB88845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760" y="4581525"/>
            <a:ext cx="638175" cy="210185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>
              <a:lumMod val="65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000" b="1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T21 T22</a:t>
            </a:r>
            <a:endParaRPr sz="1000" b="1">
              <a:solidFill>
                <a:schemeClr val="tx1"/>
              </a:solidFill>
              <a:latin typeface="Times New Roman"/>
              <a:ea typeface="Times New Roman"/>
              <a:cs typeface="Times New Roman"/>
            </a:endParaRPr>
          </a:p>
        </p:txBody>
      </p:sp>
      <p:cxnSp>
        <p:nvCxnSpPr>
          <p:cNvPr id="88" name="直接箭头连接符 19"/>
          <p:cNvCxnSpPr>
            <a:endCxn xmlns:a="http://schemas.openxmlformats.org/drawingml/2006/main" id="8" idx="3"/>
          </p:cNvCxnSpPr>
          <p:nvPr/>
        </p:nvCxnSpPr>
        <p:spPr>
          <a:xfrm xmlns:a="http://schemas.openxmlformats.org/drawingml/2006/main" flipH="1">
            <a:off x="6518275" y="4701540"/>
            <a:ext cx="1340485" cy="11620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FF0000"/>
            </a:solidFill>
            <a:tailEnd type="triangle"/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rgbClr val="FFFFFF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tx1"/>
          </a:fontRef>
        </p:style>
      </p:cxnSp>
      <p:sp>
        <p:nvSpPr>
          <p:cNvPr id="21" name="矩形 20">
            <a:extLst xmlns:a="http://schemas.openxmlformats.org/drawingml/2006/main">
              <a:ext uri="{FF2B5EF4-FFF2-40B4-BE49-F238E27FC236}">
                <a16:creationId xmlns:a16="http://schemas.microsoft.com/office/drawing/2014/main" id="{C57800E1-7B69-48AE-BA7B-BECBFA137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760" y="3973195"/>
            <a:ext cx="638175" cy="210185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>
              <a:lumMod val="65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000" b="1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T23 T24</a:t>
            </a:r>
            <a:endParaRPr sz="1000" b="1">
              <a:solidFill>
                <a:schemeClr val="tx1"/>
              </a:solidFill>
              <a:latin typeface="Times New Roman"/>
              <a:ea typeface="Times New Roman"/>
              <a:cs typeface="Times New Roman"/>
            </a:endParaRPr>
          </a:p>
        </p:txBody>
      </p:sp>
      <p:cxnSp>
        <p:nvCxnSpPr>
          <p:cNvPr id="90" name="直接箭头连接符 21"/>
          <p:cNvCxnSpPr/>
          <p:nvPr/>
        </p:nvCxnSpPr>
        <p:spPr>
          <a:xfrm xmlns:a="http://schemas.openxmlformats.org/drawingml/2006/main" flipH="1">
            <a:off x="6490335" y="4110990"/>
            <a:ext cx="1340485" cy="11620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FF0000"/>
            </a:solidFill>
            <a:tailEnd type="triangle"/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rgbClr val="FFFFFF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49627205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75" name="图片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90ba5bb616342a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901825" y="0"/>
            <a:ext cx="5720715" cy="6858000"/>
          </a:xfrm>
          <a:prstGeom xmlns:a="http://schemas.openxmlformats.org/drawingml/2006/main" prst="rect">
            <a:avLst/>
          </a:prstGeom>
        </p:spPr>
      </p:pic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51FF4ABA-8D3F-4671-8CD0-AE9FB718D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82595" y="2886075"/>
            <a:ext cx="294640" cy="231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solidFill>
              <a:srgbClr val="FF0000"/>
            </a:solidFill>
            <a:prstDash val="sysDash"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D6B569F9-09AE-4CBA-860A-52D227E72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28670" y="2176145"/>
            <a:ext cx="294640" cy="231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solidFill>
              <a:srgbClr val="FF0000"/>
            </a:solidFill>
            <a:prstDash val="sysDash"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71AFF9B0-AAC0-47EF-BB36-5D338014F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6365" y="1513840"/>
            <a:ext cx="294640" cy="231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solidFill>
              <a:srgbClr val="FF0000"/>
            </a:solidFill>
            <a:prstDash val="sysDash"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22C7280C-DC92-4D83-974F-EE5E305A1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7605" y="2286635"/>
            <a:ext cx="294640" cy="231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solidFill>
              <a:srgbClr val="FF0000"/>
            </a:solidFill>
            <a:prstDash val="sysDash"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18DCFA4E-32AD-4400-9239-30A14ECDC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1095" y="1696085"/>
            <a:ext cx="294640" cy="231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solidFill>
              <a:srgbClr val="FF0000"/>
            </a:solidFill>
            <a:prstDash val="sysDash"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7" name="矩形 16">
            <a:extLst xmlns:a="http://schemas.openxmlformats.org/drawingml/2006/main">
              <a:ext uri="{FF2B5EF4-FFF2-40B4-BE49-F238E27FC236}">
                <a16:creationId xmlns:a16="http://schemas.microsoft.com/office/drawing/2014/main" id="{E3D31272-865B-4408-BA87-9534BBFAD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" y="2742565"/>
            <a:ext cx="638175" cy="210185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>
              <a:lumMod val="65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000" b="1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T35 T36</a:t>
            </a:r>
            <a:endParaRPr sz="1000" b="1">
              <a:solidFill>
                <a:schemeClr val="tx1"/>
              </a:solidFill>
              <a:latin typeface="Times New Roman"/>
              <a:ea typeface="Times New Roman"/>
              <a:cs typeface="Times New Roman"/>
            </a:endParaRPr>
          </a:p>
        </p:txBody>
      </p:sp>
      <p:cxnSp>
        <p:nvCxnSpPr>
          <p:cNvPr id="82" name="直接箭头连接符 17"/>
          <p:cNvCxnSpPr>
            <a:stCxn xmlns:a="http://schemas.openxmlformats.org/drawingml/2006/main" id="17" idx="3"/>
            <a:endCxn xmlns:a="http://schemas.openxmlformats.org/drawingml/2006/main" id="3" idx="1"/>
          </p:cNvCxnSpPr>
          <p:nvPr/>
        </p:nvCxnSpPr>
        <p:spPr>
          <a:xfrm xmlns:a="http://schemas.openxmlformats.org/drawingml/2006/main">
            <a:off x="1765935" y="2847975"/>
            <a:ext cx="1216660" cy="15430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FF0000"/>
            </a:solidFill>
            <a:tailEnd type="triangle"/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rgbClr val="FFFFFF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tx1"/>
          </a:fontRef>
        </p:style>
      </p:cxnSp>
      <p:sp>
        <p:nvSpPr>
          <p:cNvPr id="13" name="矩形 12">
            <a:extLst xmlns:a="http://schemas.openxmlformats.org/drawingml/2006/main">
              <a:ext uri="{FF2B5EF4-FFF2-40B4-BE49-F238E27FC236}">
                <a16:creationId xmlns:a16="http://schemas.microsoft.com/office/drawing/2014/main" id="{7E03705C-2854-48A6-B48D-E378E3DC1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" y="1988820"/>
            <a:ext cx="638175" cy="210185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>
              <a:lumMod val="65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000" b="1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T37 T38</a:t>
            </a:r>
            <a:endParaRPr sz="1000" b="1">
              <a:solidFill>
                <a:schemeClr val="tx1"/>
              </a:solidFill>
              <a:latin typeface="Times New Roman"/>
              <a:ea typeface="Times New Roman"/>
              <a:cs typeface="Times New Roman"/>
            </a:endParaRPr>
          </a:p>
        </p:txBody>
      </p:sp>
      <p:cxnSp>
        <p:nvCxnSpPr>
          <p:cNvPr id="84" name="直接箭头连接符 13"/>
          <p:cNvCxnSpPr>
            <a:stCxn xmlns:a="http://schemas.openxmlformats.org/drawingml/2006/main" id="13" idx="3"/>
            <a:endCxn xmlns:a="http://schemas.openxmlformats.org/drawingml/2006/main" id="4" idx="1"/>
          </p:cNvCxnSpPr>
          <p:nvPr/>
        </p:nvCxnSpPr>
        <p:spPr>
          <a:xfrm xmlns:a="http://schemas.openxmlformats.org/drawingml/2006/main">
            <a:off x="1765935" y="2094230"/>
            <a:ext cx="1562735" cy="19812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FF0000"/>
            </a:solidFill>
            <a:tailEnd type="triangle"/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rgbClr val="FFFFFF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tx1"/>
          </a:fontRef>
        </p:style>
      </p:cxnSp>
      <p:sp>
        <p:nvSpPr>
          <p:cNvPr id="15" name="矩形 14">
            <a:extLst xmlns:a="http://schemas.openxmlformats.org/drawingml/2006/main">
              <a:ext uri="{FF2B5EF4-FFF2-40B4-BE49-F238E27FC236}">
                <a16:creationId xmlns:a16="http://schemas.microsoft.com/office/drawing/2014/main" id="{EED85130-33F3-48AE-BC9E-B138F0893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3790" y="1340485"/>
            <a:ext cx="638175" cy="210185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>
              <a:lumMod val="65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000" b="1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T39 T40</a:t>
            </a:r>
            <a:endParaRPr sz="1000" b="1">
              <a:solidFill>
                <a:schemeClr val="tx1"/>
              </a:solidFill>
              <a:latin typeface="Times New Roman"/>
              <a:ea typeface="Times New Roman"/>
              <a:cs typeface="Times New Roman"/>
            </a:endParaRPr>
          </a:p>
        </p:txBody>
      </p:sp>
      <p:cxnSp>
        <p:nvCxnSpPr>
          <p:cNvPr id="86" name="直接箭头连接符 15"/>
          <p:cNvCxnSpPr>
            <a:stCxn xmlns:a="http://schemas.openxmlformats.org/drawingml/2006/main" id="1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1751965" y="1445895"/>
            <a:ext cx="914400" cy="1841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FF0000"/>
            </a:solidFill>
            <a:tailEnd type="triangle"/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rgbClr val="FFFFFF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tx1"/>
          </a:fontRef>
        </p:style>
      </p:cxnSp>
      <p:sp>
        <p:nvSpPr>
          <p:cNvPr id="19" name="矩形 18">
            <a:extLst xmlns:a="http://schemas.openxmlformats.org/drawingml/2006/main">
              <a:ext uri="{FF2B5EF4-FFF2-40B4-BE49-F238E27FC236}">
                <a16:creationId xmlns:a16="http://schemas.microsoft.com/office/drawing/2014/main" id="{F0270E63-F2B3-4C38-8E9C-4BF2904E1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2730" y="2166620"/>
            <a:ext cx="638175" cy="210185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>
              <a:lumMod val="65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000" b="1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T41 T42</a:t>
            </a:r>
            <a:endParaRPr sz="1000" b="1">
              <a:solidFill>
                <a:schemeClr val="tx1"/>
              </a:solidFill>
              <a:latin typeface="Times New Roman"/>
              <a:ea typeface="Times New Roman"/>
              <a:cs typeface="Times New Roman"/>
            </a:endParaRPr>
          </a:p>
        </p:txBody>
      </p:sp>
      <p:cxnSp>
        <p:nvCxnSpPr>
          <p:cNvPr id="88" name="直接箭头连接符 19"/>
          <p:cNvCxnSpPr>
            <a:endCxn xmlns:a="http://schemas.openxmlformats.org/drawingml/2006/main" id="8" idx="3"/>
          </p:cNvCxnSpPr>
          <p:nvPr/>
        </p:nvCxnSpPr>
        <p:spPr>
          <a:xfrm xmlns:a="http://schemas.openxmlformats.org/drawingml/2006/main" flipH="1">
            <a:off x="6532245" y="2286635"/>
            <a:ext cx="1340485" cy="11620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FF0000"/>
            </a:solidFill>
            <a:tailEnd type="triangle"/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rgbClr val="FFFFFF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tx1"/>
          </a:fontRef>
        </p:style>
      </p:cxnSp>
      <p:sp>
        <p:nvSpPr>
          <p:cNvPr id="21" name="矩形 20">
            <a:extLst xmlns:a="http://schemas.openxmlformats.org/drawingml/2006/main">
              <a:ext uri="{FF2B5EF4-FFF2-40B4-BE49-F238E27FC236}">
                <a16:creationId xmlns:a16="http://schemas.microsoft.com/office/drawing/2014/main" id="{5FF4482E-63F5-4807-8DFB-CFDEBE90C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2730" y="1558290"/>
            <a:ext cx="638175" cy="210185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>
              <a:lumMod val="65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000" b="1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T43 T44</a:t>
            </a:r>
            <a:endParaRPr sz="1000" b="1">
              <a:solidFill>
                <a:schemeClr val="tx1"/>
              </a:solidFill>
              <a:latin typeface="Times New Roman"/>
              <a:ea typeface="Times New Roman"/>
              <a:cs typeface="Times New Roman"/>
            </a:endParaRPr>
          </a:p>
        </p:txBody>
      </p:sp>
      <p:cxnSp>
        <p:nvCxnSpPr>
          <p:cNvPr id="90" name="直接箭头连接符 21"/>
          <p:cNvCxnSpPr/>
          <p:nvPr/>
        </p:nvCxnSpPr>
        <p:spPr>
          <a:xfrm xmlns:a="http://schemas.openxmlformats.org/drawingml/2006/main" flipH="1">
            <a:off x="6504305" y="1696085"/>
            <a:ext cx="1340485" cy="11620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FF0000"/>
            </a:solidFill>
            <a:tailEnd type="triangle"/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rgbClr val="FFFFFF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85675460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57" name="图片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58d5e8d1b4243f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901825" y="0"/>
            <a:ext cx="5720715" cy="6858000"/>
          </a:xfrm>
          <a:prstGeom xmlns:a="http://schemas.openxmlformats.org/drawingml/2006/main" prst="rect">
            <a:avLst/>
          </a:prstGeom>
        </p:spPr>
      </p:pic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1F61686D-7132-4DAB-B734-9962FAE12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98265" y="3789045"/>
            <a:ext cx="294640" cy="231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solidFill>
              <a:srgbClr val="FF0000"/>
            </a:solidFill>
            <a:prstDash val="sysDash"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75E37DEF-CAD4-4552-A64B-BEACD84E0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4545" y="5300980"/>
            <a:ext cx="294640" cy="231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solidFill>
              <a:srgbClr val="FF0000"/>
            </a:solidFill>
            <a:prstDash val="sysDash"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5" name="矩形 14">
            <a:extLst xmlns:a="http://schemas.openxmlformats.org/drawingml/2006/main">
              <a:ext uri="{FF2B5EF4-FFF2-40B4-BE49-F238E27FC236}">
                <a16:creationId xmlns:a16="http://schemas.microsoft.com/office/drawing/2014/main" id="{24EC8470-AE13-4379-8BFA-A638ECA06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820" y="3429000"/>
            <a:ext cx="638175" cy="210185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>
              <a:lumMod val="65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000" b="1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T29 T30</a:t>
            </a:r>
            <a:endParaRPr sz="1000" b="1">
              <a:solidFill>
                <a:schemeClr val="tx1"/>
              </a:solidFill>
              <a:latin typeface="Times New Roman"/>
              <a:ea typeface="Times New Roman"/>
              <a:cs typeface="Times New Roman"/>
            </a:endParaRPr>
          </a:p>
        </p:txBody>
      </p:sp>
      <p:cxnSp>
        <p:nvCxnSpPr>
          <p:cNvPr id="61" name="直接箭头连接符 15"/>
          <p:cNvCxnSpPr>
            <a:stCxn xmlns:a="http://schemas.openxmlformats.org/drawingml/2006/main" id="1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1737995" y="3534410"/>
            <a:ext cx="2160270" cy="37084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FF0000"/>
            </a:solidFill>
            <a:tailEnd type="triangle"/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rgbClr val="FFFFFF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tx1"/>
          </a:fontRef>
        </p:style>
      </p:cxnSp>
      <p:sp>
        <p:nvSpPr>
          <p:cNvPr id="19" name="矩形 18">
            <a:extLst xmlns:a="http://schemas.openxmlformats.org/drawingml/2006/main">
              <a:ext uri="{FF2B5EF4-FFF2-40B4-BE49-F238E27FC236}">
                <a16:creationId xmlns:a16="http://schemas.microsoft.com/office/drawing/2014/main" id="{F4478B4E-338E-435A-94BA-92021FCA0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760" y="4581525"/>
            <a:ext cx="638175" cy="210185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>
              <a:lumMod val="65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000" b="1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T27 T28</a:t>
            </a:r>
            <a:endParaRPr sz="1000" b="1">
              <a:solidFill>
                <a:schemeClr val="tx1"/>
              </a:solidFill>
              <a:latin typeface="Times New Roman"/>
              <a:ea typeface="Times New Roman"/>
              <a:cs typeface="Times New Roman"/>
            </a:endParaRPr>
          </a:p>
        </p:txBody>
      </p:sp>
      <p:cxnSp>
        <p:nvCxnSpPr>
          <p:cNvPr id="63" name="直接箭头连接符 19"/>
          <p:cNvCxnSpPr>
            <a:stCxn xmlns:a="http://schemas.openxmlformats.org/drawingml/2006/main" id="19" idx="1"/>
            <a:endCxn xmlns:a="http://schemas.openxmlformats.org/drawingml/2006/main" id="8" idx="3"/>
          </p:cNvCxnSpPr>
          <p:nvPr/>
        </p:nvCxnSpPr>
        <p:spPr>
          <a:xfrm xmlns:a="http://schemas.openxmlformats.org/drawingml/2006/main" flipH="1">
            <a:off x="4909185" y="4686935"/>
            <a:ext cx="2949575" cy="7302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FF0000"/>
            </a:solidFill>
            <a:tailEnd type="triangle"/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rgbClr val="FFFFFF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tx1"/>
          </a:fontRef>
        </p:style>
      </p:cxn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86DE4F18-67D0-45B7-9740-45551DAA1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5065" y="3501390"/>
            <a:ext cx="294640" cy="231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solidFill>
              <a:srgbClr val="FF0000"/>
            </a:solidFill>
            <a:prstDash val="sysDash"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1" name="矩形 20">
            <a:extLst xmlns:a="http://schemas.openxmlformats.org/drawingml/2006/main">
              <a:ext uri="{FF2B5EF4-FFF2-40B4-BE49-F238E27FC236}">
                <a16:creationId xmlns:a16="http://schemas.microsoft.com/office/drawing/2014/main" id="{F8FABD78-C196-4EF1-B38F-61A3039EF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3363595"/>
            <a:ext cx="638175" cy="210185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>
              <a:lumMod val="65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000" b="1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T25 T26</a:t>
            </a:r>
            <a:endParaRPr sz="1000" b="1">
              <a:solidFill>
                <a:schemeClr val="tx1"/>
              </a:solidFill>
              <a:latin typeface="Times New Roman"/>
              <a:ea typeface="Times New Roman"/>
              <a:cs typeface="Times New Roman"/>
            </a:endParaRPr>
          </a:p>
        </p:txBody>
      </p:sp>
      <p:cxnSp>
        <p:nvCxnSpPr>
          <p:cNvPr id="66" name="直接箭头连接符 21"/>
          <p:cNvCxnSpPr/>
          <p:nvPr/>
        </p:nvCxnSpPr>
        <p:spPr>
          <a:xfrm xmlns:a="http://schemas.openxmlformats.org/drawingml/2006/main" flipH="1">
            <a:off x="6518275" y="3501390"/>
            <a:ext cx="1340485" cy="11620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FF0000"/>
            </a:solidFill>
            <a:tailEnd type="triangle"/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rgbClr val="FFFFFF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70104338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39" name="图片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6a6a83ac079442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901190" y="0"/>
            <a:ext cx="5720715" cy="6858000"/>
          </a:xfrm>
          <a:prstGeom xmlns:a="http://schemas.openxmlformats.org/drawingml/2006/main" prst="rect">
            <a:avLst/>
          </a:prstGeom>
        </p:spPr>
      </p:pic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A2E98AEC-C7B5-4AD9-965F-745B3490A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4075" y="4077335"/>
            <a:ext cx="294640" cy="231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solidFill>
              <a:srgbClr val="FF0000"/>
            </a:solidFill>
            <a:prstDash val="sysDash"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5" name="矩形 14">
            <a:extLst xmlns:a="http://schemas.openxmlformats.org/drawingml/2006/main">
              <a:ext uri="{FF2B5EF4-FFF2-40B4-BE49-F238E27FC236}">
                <a16:creationId xmlns:a16="http://schemas.microsoft.com/office/drawing/2014/main" id="{604DEF4F-462A-4BF2-8B64-59285766D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3805" y="3789045"/>
            <a:ext cx="638175" cy="210185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>
              <a:lumMod val="65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000" b="1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T61</a:t>
            </a:r>
            <a:endParaRPr sz="1000" b="1">
              <a:solidFill>
                <a:schemeClr val="tx1"/>
              </a:solidFill>
              <a:latin typeface="Times New Roman"/>
              <a:ea typeface="Times New Roman"/>
              <a:cs typeface="Times New Roman"/>
            </a:endParaRPr>
          </a:p>
        </p:txBody>
      </p:sp>
      <p:cxnSp>
        <p:nvCxnSpPr>
          <p:cNvPr id="142" name="直接箭头连接符 15"/>
          <p:cNvCxnSpPr>
            <a:stCxn xmlns:a="http://schemas.openxmlformats.org/drawingml/2006/main" id="1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1871980" y="3894455"/>
            <a:ext cx="1522095" cy="29908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FF0000"/>
            </a:solidFill>
            <a:tailEnd type="triangle"/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rgbClr val="FFFFFF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tx1"/>
          </a:fontRef>
        </p:style>
      </p:cxn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CFD015E1-0B31-41F8-9C87-48066C9EA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4075" y="3756025"/>
            <a:ext cx="294640" cy="231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solidFill>
              <a:srgbClr val="FF0000"/>
            </a:solidFill>
            <a:prstDash val="sysDash"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7B6625E2-BDC2-46CF-ADA1-2E08764EB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3805" y="3467735"/>
            <a:ext cx="638175" cy="210185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>
              <a:lumMod val="65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000" b="1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T62</a:t>
            </a:r>
            <a:endParaRPr sz="1000" b="1">
              <a:solidFill>
                <a:schemeClr val="tx1"/>
              </a:solidFill>
              <a:latin typeface="Times New Roman"/>
              <a:ea typeface="Times New Roman"/>
              <a:cs typeface="Times New Roman"/>
            </a:endParaRPr>
          </a:p>
        </p:txBody>
      </p:sp>
      <p:cxnSp>
        <p:nvCxnSpPr>
          <p:cNvPr id="145" name="直接箭头连接符 9"/>
          <p:cNvCxnSpPr>
            <a:stCxn xmlns:a="http://schemas.openxmlformats.org/drawingml/2006/main" id="7" idx="3"/>
            <a:endCxn xmlns:a="http://schemas.openxmlformats.org/drawingml/2006/main" id="4" idx="1"/>
          </p:cNvCxnSpPr>
          <p:nvPr/>
        </p:nvCxnSpPr>
        <p:spPr>
          <a:xfrm xmlns:a="http://schemas.openxmlformats.org/drawingml/2006/main">
            <a:off x="1871980" y="3573145"/>
            <a:ext cx="1522095" cy="29908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FF0000"/>
            </a:solidFill>
            <a:tailEnd type="triangle"/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rgbClr val="FFFFFF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tx1"/>
          </a:fontRef>
        </p:style>
      </p:cxn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ECECE7E8-626E-4DC0-BCA5-8F4749079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3285" y="1739900"/>
            <a:ext cx="294640" cy="231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solidFill>
              <a:srgbClr val="FF0000"/>
            </a:solidFill>
            <a:prstDash val="sysDash"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2" name="矩形 11">
            <a:extLst xmlns:a="http://schemas.openxmlformats.org/drawingml/2006/main">
              <a:ext uri="{FF2B5EF4-FFF2-40B4-BE49-F238E27FC236}">
                <a16:creationId xmlns:a16="http://schemas.microsoft.com/office/drawing/2014/main" id="{0EDD0F75-BB8F-4049-9777-36B0C15C4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3015" y="1451610"/>
            <a:ext cx="638175" cy="210185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>
              <a:lumMod val="65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000" b="1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T63</a:t>
            </a:r>
            <a:endParaRPr sz="1000" b="1">
              <a:solidFill>
                <a:schemeClr val="tx1"/>
              </a:solidFill>
              <a:latin typeface="Times New Roman"/>
              <a:ea typeface="Times New Roman"/>
              <a:cs typeface="Times New Roman"/>
            </a:endParaRPr>
          </a:p>
        </p:txBody>
      </p:sp>
      <p:cxnSp>
        <p:nvCxnSpPr>
          <p:cNvPr id="148" name="直接箭头连接符 12"/>
          <p:cNvCxnSpPr>
            <a:stCxn xmlns:a="http://schemas.openxmlformats.org/drawingml/2006/main" id="12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>
            <a:off x="1901190" y="1557020"/>
            <a:ext cx="1522095" cy="29908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FF0000"/>
            </a:solidFill>
            <a:tailEnd type="triangle"/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rgbClr val="FFFFFF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tx1"/>
          </a:fontRef>
        </p:style>
      </p:cxnSp>
      <p:sp>
        <p:nvSpPr>
          <p:cNvPr id="14" name="矩形 13">
            <a:extLst xmlns:a="http://schemas.openxmlformats.org/drawingml/2006/main">
              <a:ext uri="{FF2B5EF4-FFF2-40B4-BE49-F238E27FC236}">
                <a16:creationId xmlns:a16="http://schemas.microsoft.com/office/drawing/2014/main" id="{7A245141-92BA-4582-9B0D-86058B9EB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3285" y="1440815"/>
            <a:ext cx="294640" cy="231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solidFill>
              <a:srgbClr val="FF0000"/>
            </a:solidFill>
            <a:prstDash val="sysDash"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7" name="矩形 16">
            <a:extLst xmlns:a="http://schemas.openxmlformats.org/drawingml/2006/main">
              <a:ext uri="{FF2B5EF4-FFF2-40B4-BE49-F238E27FC236}">
                <a16:creationId xmlns:a16="http://schemas.microsoft.com/office/drawing/2014/main" id="{1ABCF89E-C52C-4EA3-ADBB-AAD9706E2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3015" y="1152525"/>
            <a:ext cx="638175" cy="210185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>
              <a:lumMod val="65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000" b="1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T64</a:t>
            </a:r>
            <a:endParaRPr sz="1000" b="1">
              <a:solidFill>
                <a:schemeClr val="tx1"/>
              </a:solidFill>
              <a:latin typeface="Times New Roman"/>
              <a:ea typeface="Times New Roman"/>
              <a:cs typeface="Times New Roman"/>
            </a:endParaRPr>
          </a:p>
        </p:txBody>
      </p:sp>
      <p:cxnSp>
        <p:nvCxnSpPr>
          <p:cNvPr id="151" name="直接箭头连接符 17"/>
          <p:cNvCxnSpPr>
            <a:stCxn xmlns:a="http://schemas.openxmlformats.org/drawingml/2006/main" id="17" idx="3"/>
            <a:endCxn xmlns:a="http://schemas.openxmlformats.org/drawingml/2006/main" id="14" idx="1"/>
          </p:cNvCxnSpPr>
          <p:nvPr/>
        </p:nvCxnSpPr>
        <p:spPr>
          <a:xfrm xmlns:a="http://schemas.openxmlformats.org/drawingml/2006/main">
            <a:off x="1901190" y="1257935"/>
            <a:ext cx="1522095" cy="29908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FF0000"/>
            </a:solidFill>
            <a:tailEnd type="triangle"/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rgbClr val="FFFFFF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tx1"/>
          </a:fontRef>
        </p:style>
      </p:cxnSp>
      <p:sp>
        <p:nvSpPr>
          <p:cNvPr id="24" name="矩形 23">
            <a:extLst xmlns:a="http://schemas.openxmlformats.org/drawingml/2006/main">
              <a:ext uri="{FF2B5EF4-FFF2-40B4-BE49-F238E27FC236}">
                <a16:creationId xmlns:a16="http://schemas.microsoft.com/office/drawing/2014/main" id="{C6C5CC96-440C-4922-BD56-81292A749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4460" y="2747645"/>
            <a:ext cx="294640" cy="231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solidFill>
              <a:srgbClr val="FF0000"/>
            </a:solidFill>
            <a:prstDash val="sysDash"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5" name="矩形 24">
            <a:extLst xmlns:a="http://schemas.openxmlformats.org/drawingml/2006/main">
              <a:ext uri="{FF2B5EF4-FFF2-40B4-BE49-F238E27FC236}">
                <a16:creationId xmlns:a16="http://schemas.microsoft.com/office/drawing/2014/main" id="{26B185CA-82E0-4D0C-9673-85B724C25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6325" y="1772920"/>
            <a:ext cx="638175" cy="210185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>
              <a:lumMod val="65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000" b="1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T65 </a:t>
            </a:r>
            <a:endParaRPr sz="1000" b="1">
              <a:solidFill>
                <a:schemeClr val="tx1"/>
              </a:solidFill>
              <a:latin typeface="Times New Roman"/>
              <a:ea typeface="Times New Roman"/>
              <a:cs typeface="Times New Roman"/>
            </a:endParaRPr>
          </a:p>
        </p:txBody>
      </p:sp>
      <p:cxnSp>
        <p:nvCxnSpPr>
          <p:cNvPr id="154" name="直接箭头连接符 25"/>
          <p:cNvCxnSpPr>
            <a:stCxn xmlns:a="http://schemas.openxmlformats.org/drawingml/2006/main" id="25" idx="1"/>
            <a:endCxn xmlns:a="http://schemas.openxmlformats.org/drawingml/2006/main" id="24" idx="3"/>
          </p:cNvCxnSpPr>
          <p:nvPr/>
        </p:nvCxnSpPr>
        <p:spPr>
          <a:xfrm xmlns:a="http://schemas.openxmlformats.org/drawingml/2006/main" flipH="1">
            <a:off x="5499100" y="1878330"/>
            <a:ext cx="1927225" cy="98552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FF0000"/>
            </a:solidFill>
            <a:tailEnd type="triangle"/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rgbClr val="FFFFFF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tx1"/>
          </a:fontRef>
        </p:style>
      </p:cxnSp>
      <p:sp>
        <p:nvSpPr>
          <p:cNvPr id="27" name="矩形 26">
            <a:extLst xmlns:a="http://schemas.openxmlformats.org/drawingml/2006/main">
              <a:ext uri="{FF2B5EF4-FFF2-40B4-BE49-F238E27FC236}">
                <a16:creationId xmlns:a16="http://schemas.microsoft.com/office/drawing/2014/main" id="{F51DB02B-2338-47E9-8F9A-BB8B6F1D0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08650" y="2769870"/>
            <a:ext cx="294640" cy="231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solidFill>
              <a:srgbClr val="FF0000"/>
            </a:solidFill>
            <a:prstDash val="sysDash"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8" name="矩形 27">
            <a:extLst xmlns:a="http://schemas.openxmlformats.org/drawingml/2006/main">
              <a:ext uri="{FF2B5EF4-FFF2-40B4-BE49-F238E27FC236}">
                <a16:creationId xmlns:a16="http://schemas.microsoft.com/office/drawing/2014/main" id="{8C02A9A5-8A75-4437-8AF4-30CA714354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6325" y="2260600"/>
            <a:ext cx="638175" cy="210185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>
              <a:lumMod val="65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000" b="1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T66</a:t>
            </a:r>
            <a:endParaRPr sz="1000" b="1">
              <a:solidFill>
                <a:schemeClr val="tx1"/>
              </a:solidFill>
              <a:latin typeface="Times New Roman"/>
              <a:ea typeface="Times New Roman"/>
              <a:cs typeface="Times New Roman"/>
            </a:endParaRPr>
          </a:p>
        </p:txBody>
      </p:sp>
      <p:cxnSp>
        <p:nvCxnSpPr>
          <p:cNvPr id="157" name="直接箭头连接符 28"/>
          <p:cNvCxnSpPr>
            <a:stCxn xmlns:a="http://schemas.openxmlformats.org/drawingml/2006/main" id="28" idx="1"/>
          </p:cNvCxnSpPr>
          <p:nvPr/>
        </p:nvCxnSpPr>
        <p:spPr>
          <a:xfrm xmlns:a="http://schemas.openxmlformats.org/drawingml/2006/main" flipH="1">
            <a:off x="5986145" y="2366010"/>
            <a:ext cx="1440180" cy="48704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FF0000"/>
            </a:solidFill>
            <a:tailEnd type="triangle"/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rgbClr val="FFFFFF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tx1"/>
          </a:fontRef>
        </p:style>
      </p:cxnSp>
      <p:sp>
        <p:nvSpPr>
          <p:cNvPr id="30" name="矩形 29">
            <a:extLst xmlns:a="http://schemas.openxmlformats.org/drawingml/2006/main">
              <a:ext uri="{FF2B5EF4-FFF2-40B4-BE49-F238E27FC236}">
                <a16:creationId xmlns:a16="http://schemas.microsoft.com/office/drawing/2014/main" id="{F71D3F20-3CFD-4C73-8EE2-B7DDBCB6C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4460" y="5140325"/>
            <a:ext cx="294640" cy="231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solidFill>
              <a:srgbClr val="FF0000"/>
            </a:solidFill>
            <a:prstDash val="sysDash"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1" name="矩形 30">
            <a:extLst xmlns:a="http://schemas.openxmlformats.org/drawingml/2006/main">
              <a:ext uri="{FF2B5EF4-FFF2-40B4-BE49-F238E27FC236}">
                <a16:creationId xmlns:a16="http://schemas.microsoft.com/office/drawing/2014/main" id="{B3493E2C-FE2F-4223-9CC5-C6B5A77F8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6325" y="4165600"/>
            <a:ext cx="638175" cy="210185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>
              <a:lumMod val="65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000" b="1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T67</a:t>
            </a:r>
            <a:endParaRPr sz="1000" b="1">
              <a:solidFill>
                <a:schemeClr val="tx1"/>
              </a:solidFill>
              <a:latin typeface="Times New Roman"/>
              <a:ea typeface="Times New Roman"/>
              <a:cs typeface="Times New Roman"/>
            </a:endParaRPr>
          </a:p>
        </p:txBody>
      </p:sp>
      <p:cxnSp>
        <p:nvCxnSpPr>
          <p:cNvPr id="160" name="直接箭头连接符 31"/>
          <p:cNvCxnSpPr>
            <a:stCxn xmlns:a="http://schemas.openxmlformats.org/drawingml/2006/main" id="31" idx="1"/>
            <a:endCxn xmlns:a="http://schemas.openxmlformats.org/drawingml/2006/main" id="30" idx="3"/>
          </p:cNvCxnSpPr>
          <p:nvPr/>
        </p:nvCxnSpPr>
        <p:spPr>
          <a:xfrm xmlns:a="http://schemas.openxmlformats.org/drawingml/2006/main" flipH="1">
            <a:off x="5499100" y="4271010"/>
            <a:ext cx="1927225" cy="98552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FF0000"/>
            </a:solidFill>
            <a:tailEnd type="triangle"/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rgbClr val="FFFFFF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tx1"/>
          </a:fontRef>
        </p:style>
      </p:cxnSp>
      <p:sp>
        <p:nvSpPr>
          <p:cNvPr id="33" name="矩形 32">
            <a:extLst xmlns:a="http://schemas.openxmlformats.org/drawingml/2006/main">
              <a:ext uri="{FF2B5EF4-FFF2-40B4-BE49-F238E27FC236}">
                <a16:creationId xmlns:a16="http://schemas.microsoft.com/office/drawing/2014/main" id="{7A339DCA-0E8F-4046-9CEA-5A2687C52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08650" y="5162550"/>
            <a:ext cx="294640" cy="231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solidFill>
              <a:srgbClr val="FF0000"/>
            </a:solidFill>
            <a:prstDash val="sysDash"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4" name="矩形 33">
            <a:extLst xmlns:a="http://schemas.openxmlformats.org/drawingml/2006/main">
              <a:ext uri="{FF2B5EF4-FFF2-40B4-BE49-F238E27FC236}">
                <a16:creationId xmlns:a16="http://schemas.microsoft.com/office/drawing/2014/main" id="{E84047FE-3C34-431A-A60B-54F082323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6325" y="4653280"/>
            <a:ext cx="638175" cy="210185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>
              <a:lumMod val="65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000" b="1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T68</a:t>
            </a:r>
            <a:endParaRPr sz="1000" b="1">
              <a:solidFill>
                <a:schemeClr val="tx1"/>
              </a:solidFill>
              <a:latin typeface="Times New Roman"/>
              <a:ea typeface="Times New Roman"/>
              <a:cs typeface="Times New Roman"/>
            </a:endParaRPr>
          </a:p>
        </p:txBody>
      </p:sp>
      <p:cxnSp>
        <p:nvCxnSpPr>
          <p:cNvPr id="163" name="直接箭头连接符 34"/>
          <p:cNvCxnSpPr>
            <a:stCxn xmlns:a="http://schemas.openxmlformats.org/drawingml/2006/main" id="34" idx="1"/>
          </p:cNvCxnSpPr>
          <p:nvPr/>
        </p:nvCxnSpPr>
        <p:spPr>
          <a:xfrm xmlns:a="http://schemas.openxmlformats.org/drawingml/2006/main" flipH="1">
            <a:off x="5986145" y="4758690"/>
            <a:ext cx="1440180" cy="48704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FF0000"/>
            </a:solidFill>
            <a:tailEnd type="triangle"/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rgbClr val="FFFFFF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tx1"/>
          </a:fontRef>
        </p:style>
      </p:cxnSp>
      <p:sp>
        <p:nvSpPr>
          <p:cNvPr id="36" name="矩形 35">
            <a:extLst xmlns:a="http://schemas.openxmlformats.org/drawingml/2006/main">
              <a:ext uri="{FF2B5EF4-FFF2-40B4-BE49-F238E27FC236}">
                <a16:creationId xmlns:a16="http://schemas.microsoft.com/office/drawing/2014/main" id="{15690FB0-E055-4B42-AC5B-EF53FA549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3285" y="2759075"/>
            <a:ext cx="294640" cy="231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solidFill>
              <a:srgbClr val="FF0000"/>
            </a:solidFill>
            <a:prstDash val="sysDash"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7" name="矩形 36">
            <a:extLst xmlns:a="http://schemas.openxmlformats.org/drawingml/2006/main">
              <a:ext uri="{FF2B5EF4-FFF2-40B4-BE49-F238E27FC236}">
                <a16:creationId xmlns:a16="http://schemas.microsoft.com/office/drawing/2014/main" id="{D0834961-3139-4084-B600-0F9224B51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3015" y="2470785"/>
            <a:ext cx="638175" cy="210185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>
              <a:lumMod val="65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000" b="1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T69</a:t>
            </a:r>
            <a:endParaRPr sz="1000" b="1">
              <a:solidFill>
                <a:schemeClr val="tx1"/>
              </a:solidFill>
              <a:latin typeface="Times New Roman"/>
              <a:ea typeface="Times New Roman"/>
              <a:cs typeface="Times New Roman"/>
            </a:endParaRPr>
          </a:p>
        </p:txBody>
      </p:sp>
      <p:cxnSp>
        <p:nvCxnSpPr>
          <p:cNvPr id="166" name="直接箭头连接符 37"/>
          <p:cNvCxnSpPr>
            <a:stCxn xmlns:a="http://schemas.openxmlformats.org/drawingml/2006/main" id="37" idx="3"/>
            <a:endCxn xmlns:a="http://schemas.openxmlformats.org/drawingml/2006/main" id="36" idx="1"/>
          </p:cNvCxnSpPr>
          <p:nvPr/>
        </p:nvCxnSpPr>
        <p:spPr>
          <a:xfrm xmlns:a="http://schemas.openxmlformats.org/drawingml/2006/main">
            <a:off x="1901190" y="2576195"/>
            <a:ext cx="1522095" cy="29908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FF0000"/>
            </a:solidFill>
            <a:tailEnd type="triangle"/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rgbClr val="FFFFFF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tx1"/>
          </a:fontRef>
        </p:style>
      </p:cxnSp>
      <p:sp>
        <p:nvSpPr>
          <p:cNvPr id="39" name="矩形 38">
            <a:extLst xmlns:a="http://schemas.openxmlformats.org/drawingml/2006/main">
              <a:ext uri="{FF2B5EF4-FFF2-40B4-BE49-F238E27FC236}">
                <a16:creationId xmlns:a16="http://schemas.microsoft.com/office/drawing/2014/main" id="{5041991F-D27E-4E1D-A048-CC0C043E4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0065" y="1412875"/>
            <a:ext cx="294640" cy="231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solidFill>
              <a:srgbClr val="FF0000"/>
            </a:solidFill>
            <a:prstDash val="sysDash"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0" name="矩形 39">
            <a:extLst xmlns:a="http://schemas.openxmlformats.org/drawingml/2006/main">
              <a:ext uri="{FF2B5EF4-FFF2-40B4-BE49-F238E27FC236}">
                <a16:creationId xmlns:a16="http://schemas.microsoft.com/office/drawing/2014/main" id="{9D2A834C-A18D-4CF6-B74F-D7A057773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3015" y="670560"/>
            <a:ext cx="638175" cy="210185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>
              <a:lumMod val="65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000" b="1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T70</a:t>
            </a:r>
            <a:endParaRPr sz="1000" b="1">
              <a:solidFill>
                <a:schemeClr val="tx1"/>
              </a:solidFill>
              <a:latin typeface="Times New Roman"/>
              <a:ea typeface="Times New Roman"/>
              <a:cs typeface="Times New Roman"/>
            </a:endParaRPr>
          </a:p>
        </p:txBody>
      </p:sp>
      <p:cxnSp>
        <p:nvCxnSpPr>
          <p:cNvPr id="169" name="直接箭头连接符 40"/>
          <p:cNvCxnSpPr>
            <a:stCxn xmlns:a="http://schemas.openxmlformats.org/drawingml/2006/main" id="40" idx="3"/>
            <a:endCxn xmlns:a="http://schemas.openxmlformats.org/drawingml/2006/main" id="39" idx="1"/>
          </p:cNvCxnSpPr>
          <p:nvPr/>
        </p:nvCxnSpPr>
        <p:spPr>
          <a:xfrm xmlns:a="http://schemas.openxmlformats.org/drawingml/2006/main">
            <a:off x="1901190" y="775970"/>
            <a:ext cx="2428875" cy="75311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FF0000"/>
            </a:solidFill>
            <a:tailEnd type="triangle"/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rgbClr val="FFFFFF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32112529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48" name="图片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be74c7a99f149b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901825" y="0"/>
            <a:ext cx="5720715" cy="6858000"/>
          </a:xfrm>
          <a:prstGeom xmlns:a="http://schemas.openxmlformats.org/drawingml/2006/main" prst="rect">
            <a:avLst/>
          </a:prstGeom>
        </p:spPr>
      </p:pic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202E34A9-7441-4881-9165-7E4E02ACF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6465" y="4728210"/>
            <a:ext cx="294640" cy="231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solidFill>
              <a:srgbClr val="FF0000"/>
            </a:solidFill>
            <a:prstDash val="sysDash"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5" name="矩形 14">
            <a:extLst xmlns:a="http://schemas.openxmlformats.org/drawingml/2006/main">
              <a:ext uri="{FF2B5EF4-FFF2-40B4-BE49-F238E27FC236}">
                <a16:creationId xmlns:a16="http://schemas.microsoft.com/office/drawing/2014/main" id="{E1235691-A1EE-473F-8B6E-3A8EFF7AB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7430" y="4319270"/>
            <a:ext cx="638175" cy="210185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>
              <a:lumMod val="65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000" b="1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T72</a:t>
            </a:r>
            <a:endParaRPr sz="1000" b="1">
              <a:solidFill>
                <a:schemeClr val="tx1"/>
              </a:solidFill>
              <a:latin typeface="Times New Roman"/>
              <a:ea typeface="Times New Roman"/>
              <a:cs typeface="Times New Roman"/>
            </a:endParaRPr>
          </a:p>
        </p:txBody>
      </p:sp>
      <p:cxnSp>
        <p:nvCxnSpPr>
          <p:cNvPr id="51" name="直接箭头连接符 15"/>
          <p:cNvCxnSpPr>
            <a:stCxn xmlns:a="http://schemas.openxmlformats.org/drawingml/2006/main" id="15" idx="3"/>
          </p:cNvCxnSpPr>
          <p:nvPr/>
        </p:nvCxnSpPr>
        <p:spPr>
          <a:xfrm xmlns:a="http://schemas.openxmlformats.org/drawingml/2006/main">
            <a:off x="1665605" y="4424680"/>
            <a:ext cx="1800860" cy="41973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FF0000"/>
            </a:solidFill>
            <a:tailEnd type="triangle"/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rgbClr val="FFFFFF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tx1"/>
          </a:fontRef>
        </p:style>
      </p:cxn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E156036F-6D2D-4E6A-A0C6-252D05C60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8580" y="4077335"/>
            <a:ext cx="294640" cy="231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solidFill>
              <a:srgbClr val="FF0000"/>
            </a:solidFill>
            <a:prstDash val="sysDash"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1" name="矩形 20">
            <a:extLst xmlns:a="http://schemas.openxmlformats.org/drawingml/2006/main">
              <a:ext uri="{FF2B5EF4-FFF2-40B4-BE49-F238E27FC236}">
                <a16:creationId xmlns:a16="http://schemas.microsoft.com/office/drawing/2014/main" id="{DF8A3CD5-7B55-4CF3-81CF-A809E6314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4615" y="3501390"/>
            <a:ext cx="638175" cy="210185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>
              <a:lumMod val="65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000" b="1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T71</a:t>
            </a:r>
            <a:endParaRPr sz="1000" b="1">
              <a:solidFill>
                <a:schemeClr val="tx1"/>
              </a:solidFill>
              <a:latin typeface="Times New Roman"/>
              <a:ea typeface="Times New Roman"/>
              <a:cs typeface="Times New Roman"/>
            </a:endParaRPr>
          </a:p>
        </p:txBody>
      </p:sp>
      <p:cxnSp>
        <p:nvCxnSpPr>
          <p:cNvPr id="54" name="直接箭头连接符 21"/>
          <p:cNvCxnSpPr>
            <a:stCxn xmlns:a="http://schemas.openxmlformats.org/drawingml/2006/main" id="21" idx="1"/>
          </p:cNvCxnSpPr>
          <p:nvPr/>
        </p:nvCxnSpPr>
        <p:spPr>
          <a:xfrm xmlns:a="http://schemas.openxmlformats.org/drawingml/2006/main" flipH="1">
            <a:off x="6701790" y="3606800"/>
            <a:ext cx="1012825" cy="58674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FF0000"/>
            </a:solidFill>
            <a:tailEnd type="triangle"/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rgbClr val="FFFFFF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56768663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13" name="图片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7651242754f424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065655" y="0"/>
            <a:ext cx="5393690" cy="6858000"/>
          </a:xfrm>
          <a:prstGeom xmlns:a="http://schemas.openxmlformats.org/drawingml/2006/main" prst="rect">
            <a:avLst/>
          </a:prstGeom>
        </p:spPr>
      </p:pic>
      <p:sp>
        <p:nvSpPr>
          <p:cNvPr id="4" name="直接连接符 3">
            <a:extLst xmlns:a="http://schemas.openxmlformats.org/drawingml/2006/main">
              <a:ext uri="{FF2B5EF4-FFF2-40B4-BE49-F238E27FC236}">
                <a16:creationId xmlns:a16="http://schemas.microsoft.com/office/drawing/2014/main" id="{AF11F671-4AE7-407D-A872-48D58B8E3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13940" y="548640"/>
            <a:ext cx="4946015" cy="0"/>
          </a:xfrm>
          <a:prstGeom xmlns:a="http://schemas.openxmlformats.org/drawingml/2006/main" prst="line">
            <a:avLst/>
          </a:prstGeom>
          <a:ln xmlns:a="http://schemas.openxmlformats.org/drawingml/2006/main" w="25400">
            <a:solidFill>
              <a:srgbClr val="FF0000"/>
            </a:solidFill>
            <a:prstDash val="dash"/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rgbClr val="FFFFFF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tx1"/>
          </a:fontRef>
        </p:style>
      </p:sp>
      <p:sp>
        <p:nvSpPr>
          <p:cNvPr id="7" name="直接连接符 6">
            <a:extLst xmlns:a="http://schemas.openxmlformats.org/drawingml/2006/main">
              <a:ext uri="{FF2B5EF4-FFF2-40B4-BE49-F238E27FC236}">
                <a16:creationId xmlns:a16="http://schemas.microsoft.com/office/drawing/2014/main" id="{1E45D711-1350-4F0E-BF96-D9308073E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7066280" y="188595"/>
            <a:ext cx="16510" cy="6266180"/>
          </a:xfrm>
          <a:prstGeom xmlns:a="http://schemas.openxmlformats.org/drawingml/2006/main" prst="line">
            <a:avLst/>
          </a:prstGeom>
          <a:ln xmlns:a="http://schemas.openxmlformats.org/drawingml/2006/main" w="25400">
            <a:solidFill>
              <a:srgbClr val="FF0000"/>
            </a:solidFill>
            <a:prstDash val="dash"/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rgbClr val="FFFFFF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tx1"/>
          </a:fontRef>
        </p:style>
      </p:sp>
      <p:sp>
        <p:nvSpPr>
          <p:cNvPr id="8" name="文本框 7">
            <a:extLst xmlns:a="http://schemas.openxmlformats.org/drawingml/2006/main">
              <a:ext uri="{FF2B5EF4-FFF2-40B4-BE49-F238E27FC236}">
                <a16:creationId xmlns:a16="http://schemas.microsoft.com/office/drawing/2014/main" id="{C8502C7F-6825-414D-85BA-D4B531683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8670" y="116840"/>
            <a:ext cx="1508760" cy="27559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1200" b="1">
                <a:solidFill>
                  <a:srgbClr val="FF0000"/>
                </a:solidFill>
              </a:rPr>
              <a:t>SPU</a:t>
            </a:r>
            <a:r>
              <a:rPr sz="1200" b="1">
                <a:solidFill>
                  <a:srgbClr val="FF0000"/>
                </a:solidFill>
              </a:rPr>
              <a:t>右侧板边</a:t>
            </a:r>
            <a:r>
              <a:rPr sz="1200" b="1">
                <a:solidFill>
                  <a:srgbClr val="FF0000"/>
                </a:solidFill>
              </a:rPr>
              <a:t>侧</a:t>
            </a:r>
            <a:endParaRPr sz="1200" b="1">
              <a:solidFill>
                <a:srgbClr val="FF0000"/>
              </a:solidFill>
            </a:endParaRPr>
          </a:p>
        </p:txBody>
      </p:sp>
      <p:sp>
        <p:nvSpPr>
          <p:cNvPr id="10" name="文本框 9">
            <a:extLst xmlns:a="http://schemas.openxmlformats.org/drawingml/2006/main">
              <a:ext uri="{FF2B5EF4-FFF2-40B4-BE49-F238E27FC236}">
                <a16:creationId xmlns:a16="http://schemas.microsoft.com/office/drawing/2014/main" id="{1F2F50C1-FE39-4A7D-B140-372E30527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0425" y="621030"/>
            <a:ext cx="1508760" cy="27559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1200" b="1">
                <a:solidFill>
                  <a:srgbClr val="FF0000"/>
                </a:solidFill>
              </a:rPr>
              <a:t>SPU</a:t>
            </a:r>
            <a:r>
              <a:rPr sz="1200" b="1">
                <a:solidFill>
                  <a:srgbClr val="FF0000"/>
                </a:solidFill>
              </a:rPr>
              <a:t>后盖板边</a:t>
            </a:r>
            <a:r>
              <a:rPr sz="1200" b="1">
                <a:solidFill>
                  <a:srgbClr val="FF0000"/>
                </a:solidFill>
              </a:rPr>
              <a:t>侧</a:t>
            </a:r>
            <a:endParaRPr sz="1200" b="1">
              <a:solidFill>
                <a:srgbClr val="FF0000"/>
              </a:solidFill>
            </a:endParaRPr>
          </a:p>
        </p:txBody>
      </p:sp>
      <p:sp>
        <p:nvSpPr>
          <p:cNvPr id="11" name="直接连接符 10">
            <a:extLst xmlns:a="http://schemas.openxmlformats.org/drawingml/2006/main">
              <a:ext uri="{FF2B5EF4-FFF2-40B4-BE49-F238E27FC236}">
                <a16:creationId xmlns:a16="http://schemas.microsoft.com/office/drawing/2014/main" id="{2825AA42-3C4D-4E7C-A42A-DA9FD32CA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5953760" y="187960"/>
            <a:ext cx="16510" cy="6266180"/>
          </a:xfrm>
          <a:prstGeom xmlns:a="http://schemas.openxmlformats.org/drawingml/2006/main" prst="line">
            <a:avLst/>
          </a:prstGeom>
          <a:ln xmlns:a="http://schemas.openxmlformats.org/drawingml/2006/main" w="25400">
            <a:solidFill>
              <a:srgbClr val="FF0000"/>
            </a:solidFill>
            <a:prstDash val="dash"/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rgbClr val="FFFFFF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tx1"/>
          </a:fontRef>
        </p:style>
      </p:sp>
      <p:cxnSp>
        <p:nvCxnSpPr>
          <p:cNvPr id="119" name="直接箭头连接符 11"/>
          <p:cNvCxnSpPr/>
          <p:nvPr/>
        </p:nvCxnSpPr>
        <p:spPr>
          <a:xfrm xmlns:a="http://schemas.openxmlformats.org/drawingml/2006/main">
            <a:off x="5975985" y="5713095"/>
            <a:ext cx="1047750" cy="0"/>
          </a:xfrm>
          <a:prstGeom xmlns:a="http://schemas.openxmlformats.org/drawingml/2006/main" prst="straightConnector1">
            <a:avLst/>
          </a:prstGeom>
          <a:ln xmlns:a="http://schemas.openxmlformats.org/drawingml/2006/main" w="25400">
            <a:solidFill>
              <a:srgbClr val="FF0000"/>
            </a:solidFill>
            <a:headEnd type="arrow"/>
            <a:tailEnd type="arrow"/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rgbClr val="FFFFFF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tx1"/>
          </a:fontRef>
        </p:style>
      </p:cxnSp>
      <p:sp>
        <p:nvSpPr>
          <p:cNvPr id="13" name="文本框 12">
            <a:extLst xmlns:a="http://schemas.openxmlformats.org/drawingml/2006/main">
              <a:ext uri="{FF2B5EF4-FFF2-40B4-BE49-F238E27FC236}">
                <a16:creationId xmlns:a16="http://schemas.microsoft.com/office/drawing/2014/main" id="{780C174A-D6DF-47E5-9D00-428EFAE6D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03900" y="5420995"/>
            <a:ext cx="1508760" cy="27559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200" b="1">
                <a:solidFill>
                  <a:srgbClr val="FF0000"/>
                </a:solidFill>
              </a:rPr>
              <a:t>107.3mm</a:t>
            </a:r>
            <a:endParaRPr sz="1200" b="1">
              <a:solidFill>
                <a:srgbClr val="FF0000"/>
              </a:solidFill>
            </a:endParaRPr>
          </a:p>
        </p:txBody>
      </p:sp>
      <p:sp>
        <p:nvSpPr>
          <p:cNvPr id="17" name="直接连接符 16">
            <a:extLst xmlns:a="http://schemas.openxmlformats.org/drawingml/2006/main">
              <a:ext uri="{FF2B5EF4-FFF2-40B4-BE49-F238E27FC236}">
                <a16:creationId xmlns:a16="http://schemas.microsoft.com/office/drawing/2014/main" id="{34347C22-5D5B-4CE8-B1C4-84F71B490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5874385" y="189230"/>
            <a:ext cx="16510" cy="6266180"/>
          </a:xfrm>
          <a:prstGeom xmlns:a="http://schemas.openxmlformats.org/drawingml/2006/main" prst="line">
            <a:avLst/>
          </a:prstGeom>
          <a:ln xmlns:a="http://schemas.openxmlformats.org/drawingml/2006/main" w="25400">
            <a:solidFill>
              <a:srgbClr val="FF0000"/>
            </a:solidFill>
            <a:prstDash val="dash"/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rgbClr val="FFFFFF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tx1"/>
          </a:fontRef>
        </p:style>
      </p:sp>
      <p:sp>
        <p:nvSpPr>
          <p:cNvPr id="18" name="直接连接符 17">
            <a:extLst xmlns:a="http://schemas.openxmlformats.org/drawingml/2006/main">
              <a:ext uri="{FF2B5EF4-FFF2-40B4-BE49-F238E27FC236}">
                <a16:creationId xmlns:a16="http://schemas.microsoft.com/office/drawing/2014/main" id="{8021022F-31D8-404F-9943-AE07407C9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6033135" y="189230"/>
            <a:ext cx="16510" cy="6266180"/>
          </a:xfrm>
          <a:prstGeom xmlns:a="http://schemas.openxmlformats.org/drawingml/2006/main" prst="line">
            <a:avLst/>
          </a:prstGeom>
          <a:ln xmlns:a="http://schemas.openxmlformats.org/drawingml/2006/main" w="25400">
            <a:solidFill>
              <a:srgbClr val="FF0000"/>
            </a:solidFill>
            <a:prstDash val="dash"/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rgbClr val="FFFFFF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tx1"/>
          </a:fontRef>
        </p:style>
      </p:sp>
      <p:cxnSp>
        <p:nvCxnSpPr>
          <p:cNvPr id="123" name="直接箭头连接符 23"/>
          <p:cNvCxnSpPr/>
          <p:nvPr/>
        </p:nvCxnSpPr>
        <p:spPr>
          <a:xfrm xmlns:a="http://schemas.openxmlformats.org/drawingml/2006/main">
            <a:off x="6063615" y="6093460"/>
            <a:ext cx="989330" cy="0"/>
          </a:xfrm>
          <a:prstGeom xmlns:a="http://schemas.openxmlformats.org/drawingml/2006/main" prst="straightConnector1">
            <a:avLst/>
          </a:prstGeom>
          <a:ln xmlns:a="http://schemas.openxmlformats.org/drawingml/2006/main" w="25400">
            <a:solidFill>
              <a:srgbClr val="FF0000"/>
            </a:solidFill>
            <a:headEnd type="arrow"/>
            <a:tailEnd type="arrow"/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rgbClr val="FFFFFF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tx1"/>
          </a:fontRef>
        </p:style>
      </p:cxnSp>
      <p:cxnSp>
        <p:nvCxnSpPr>
          <p:cNvPr id="124" name="直接箭头连接符 24"/>
          <p:cNvCxnSpPr/>
          <p:nvPr/>
        </p:nvCxnSpPr>
        <p:spPr>
          <a:xfrm xmlns:a="http://schemas.openxmlformats.org/drawingml/2006/main">
            <a:off x="5890895" y="6381115"/>
            <a:ext cx="1148715" cy="0"/>
          </a:xfrm>
          <a:prstGeom xmlns:a="http://schemas.openxmlformats.org/drawingml/2006/main" prst="straightConnector1">
            <a:avLst/>
          </a:prstGeom>
          <a:ln xmlns:a="http://schemas.openxmlformats.org/drawingml/2006/main" w="25400">
            <a:solidFill>
              <a:srgbClr val="FF0000"/>
            </a:solidFill>
            <a:headEnd type="arrow"/>
            <a:tailEnd type="arrow"/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rgbClr val="FFFFFF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tx1"/>
          </a:fontRef>
        </p:style>
      </p:cxnSp>
      <p:sp>
        <p:nvSpPr>
          <p:cNvPr id="26" name="文本框 25">
            <a:extLst xmlns:a="http://schemas.openxmlformats.org/drawingml/2006/main">
              <a:ext uri="{FF2B5EF4-FFF2-40B4-BE49-F238E27FC236}">
                <a16:creationId xmlns:a16="http://schemas.microsoft.com/office/drawing/2014/main" id="{304383D1-747F-4C61-BEAF-555086227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4385" y="5805170"/>
            <a:ext cx="1508760" cy="27559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200" b="1">
                <a:solidFill>
                  <a:srgbClr val="FF0000"/>
                </a:solidFill>
              </a:rPr>
              <a:t>99.3mm</a:t>
            </a:r>
            <a:endParaRPr sz="1200" b="1">
              <a:solidFill>
                <a:srgbClr val="FF0000"/>
              </a:solidFill>
            </a:endParaRPr>
          </a:p>
        </p:txBody>
      </p:sp>
      <p:sp>
        <p:nvSpPr>
          <p:cNvPr id="27" name="文本框 26">
            <a:extLst xmlns:a="http://schemas.openxmlformats.org/drawingml/2006/main">
              <a:ext uri="{FF2B5EF4-FFF2-40B4-BE49-F238E27FC236}">
                <a16:creationId xmlns:a16="http://schemas.microsoft.com/office/drawing/2014/main" id="{34099C20-367A-48DF-8428-66AD5340D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0245" y="6093460"/>
            <a:ext cx="1508760" cy="27559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200" b="1">
                <a:solidFill>
                  <a:srgbClr val="FF0000"/>
                </a:solidFill>
              </a:rPr>
              <a:t>115.3mm</a:t>
            </a:r>
            <a:endParaRPr sz="1200" b="1">
              <a:solidFill>
                <a:srgbClr val="FF0000"/>
              </a:solidFill>
            </a:endParaRPr>
          </a:p>
        </p:txBody>
      </p:sp>
      <p:sp>
        <p:nvSpPr>
          <p:cNvPr id="28" name="直接连接符 27">
            <a:extLst xmlns:a="http://schemas.openxmlformats.org/drawingml/2006/main">
              <a:ext uri="{FF2B5EF4-FFF2-40B4-BE49-F238E27FC236}">
                <a16:creationId xmlns:a16="http://schemas.microsoft.com/office/drawing/2014/main" id="{E75ECC9A-8E74-4BF6-90AC-502A0B92F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5910" y="4725035"/>
            <a:ext cx="1550670" cy="0"/>
          </a:xfrm>
          <a:prstGeom xmlns:a="http://schemas.openxmlformats.org/drawingml/2006/main" prst="line">
            <a:avLst/>
          </a:prstGeom>
          <a:ln xmlns:a="http://schemas.openxmlformats.org/drawingml/2006/main" w="25400">
            <a:solidFill>
              <a:srgbClr val="FF0000"/>
            </a:solidFill>
            <a:prstDash val="solid"/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rgbClr val="FFFFFF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tx1"/>
          </a:fontRef>
        </p:style>
      </p:sp>
      <p:sp>
        <p:nvSpPr>
          <p:cNvPr id="29" name="直接连接符 28">
            <a:extLst xmlns:a="http://schemas.openxmlformats.org/drawingml/2006/main">
              <a:ext uri="{FF2B5EF4-FFF2-40B4-BE49-F238E27FC236}">
                <a16:creationId xmlns:a16="http://schemas.microsoft.com/office/drawing/2014/main" id="{0F073154-4763-4B4D-84C7-35A4BD666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5910" y="4110990"/>
            <a:ext cx="1550670" cy="0"/>
          </a:xfrm>
          <a:prstGeom xmlns:a="http://schemas.openxmlformats.org/drawingml/2006/main" prst="line">
            <a:avLst/>
          </a:prstGeom>
          <a:ln xmlns:a="http://schemas.openxmlformats.org/drawingml/2006/main" w="25400">
            <a:solidFill>
              <a:srgbClr val="FF0000"/>
            </a:solidFill>
            <a:prstDash val="solid"/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rgbClr val="FFFFFF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tx1"/>
          </a:fontRef>
        </p:style>
      </p:sp>
      <p:sp>
        <p:nvSpPr>
          <p:cNvPr id="30" name="直接连接符 29">
            <a:extLst xmlns:a="http://schemas.openxmlformats.org/drawingml/2006/main">
              <a:ext uri="{FF2B5EF4-FFF2-40B4-BE49-F238E27FC236}">
                <a16:creationId xmlns:a16="http://schemas.microsoft.com/office/drawing/2014/main" id="{5A4D35D4-0B6A-48FB-A8CD-2DAF079BA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5910" y="3500755"/>
            <a:ext cx="1550670" cy="0"/>
          </a:xfrm>
          <a:prstGeom xmlns:a="http://schemas.openxmlformats.org/drawingml/2006/main" prst="line">
            <a:avLst/>
          </a:prstGeom>
          <a:ln xmlns:a="http://schemas.openxmlformats.org/drawingml/2006/main" w="25400">
            <a:solidFill>
              <a:srgbClr val="FF0000"/>
            </a:solidFill>
            <a:prstDash val="solid"/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rgbClr val="FFFFFF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tx1"/>
          </a:fontRef>
        </p:style>
      </p:sp>
      <p:sp>
        <p:nvSpPr>
          <p:cNvPr id="33" name="文本框 32">
            <a:extLst xmlns:a="http://schemas.openxmlformats.org/drawingml/2006/main">
              <a:ext uri="{FF2B5EF4-FFF2-40B4-BE49-F238E27FC236}">
                <a16:creationId xmlns:a16="http://schemas.microsoft.com/office/drawing/2014/main" id="{74B5A182-C74E-436A-BBB1-4B16CA0E0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4430" y="3284855"/>
            <a:ext cx="1318895" cy="27559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2">
              <a:lumMod val="90000"/>
            </a:schemeClr>
          </a:solidFill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200" b="1">
                <a:solidFill>
                  <a:srgbClr val="FF0000"/>
                </a:solidFill>
              </a:rPr>
              <a:t>距后</a:t>
            </a:r>
            <a:r>
              <a:rPr sz="1200" b="1">
                <a:solidFill>
                  <a:srgbClr val="FF0000"/>
                </a:solidFill>
              </a:rPr>
              <a:t>288.7</a:t>
            </a:r>
            <a:r>
              <a:rPr sz="1200" b="1">
                <a:solidFill>
                  <a:srgbClr val="FF0000"/>
                </a:solidFill>
              </a:rPr>
              <a:t>mm</a:t>
            </a:r>
            <a:endParaRPr sz="1200" b="1">
              <a:solidFill>
                <a:srgbClr val="FF0000"/>
              </a:solidFill>
            </a:endParaRPr>
          </a:p>
        </p:txBody>
      </p:sp>
      <p:sp>
        <p:nvSpPr>
          <p:cNvPr id="34" name="文本框 33">
            <a:extLst xmlns:a="http://schemas.openxmlformats.org/drawingml/2006/main">
              <a:ext uri="{FF2B5EF4-FFF2-40B4-BE49-F238E27FC236}">
                <a16:creationId xmlns:a16="http://schemas.microsoft.com/office/drawing/2014/main" id="{9C230CAF-8BBA-428A-84FA-FA9B75363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4430" y="3896995"/>
            <a:ext cx="1318895" cy="27559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2">
              <a:lumMod val="90000"/>
            </a:schemeClr>
          </a:solidFill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200" b="1">
                <a:solidFill>
                  <a:srgbClr val="FF0000"/>
                </a:solidFill>
              </a:rPr>
              <a:t>距后</a:t>
            </a:r>
            <a:r>
              <a:rPr sz="1200" b="1">
                <a:solidFill>
                  <a:srgbClr val="FF0000"/>
                </a:solidFill>
              </a:rPr>
              <a:t>348.7</a:t>
            </a:r>
            <a:r>
              <a:rPr sz="1200" b="1">
                <a:solidFill>
                  <a:srgbClr val="FF0000"/>
                </a:solidFill>
              </a:rPr>
              <a:t>mm</a:t>
            </a:r>
            <a:endParaRPr sz="1200" b="1">
              <a:solidFill>
                <a:srgbClr val="FF0000"/>
              </a:solidFill>
            </a:endParaRPr>
          </a:p>
        </p:txBody>
      </p:sp>
      <p:sp>
        <p:nvSpPr>
          <p:cNvPr id="36" name="文本框 35">
            <a:extLst xmlns:a="http://schemas.openxmlformats.org/drawingml/2006/main">
              <a:ext uri="{FF2B5EF4-FFF2-40B4-BE49-F238E27FC236}">
                <a16:creationId xmlns:a16="http://schemas.microsoft.com/office/drawing/2014/main" id="{86B858D5-3D9E-49CB-8769-A8A80CCD3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4430" y="4509135"/>
            <a:ext cx="1318895" cy="27559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2">
              <a:lumMod val="90000"/>
            </a:schemeClr>
          </a:solidFill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200" b="1">
                <a:solidFill>
                  <a:srgbClr val="FF0000"/>
                </a:solidFill>
              </a:rPr>
              <a:t>距后</a:t>
            </a:r>
            <a:r>
              <a:rPr sz="1200" b="1">
                <a:solidFill>
                  <a:srgbClr val="FF0000"/>
                </a:solidFill>
              </a:rPr>
              <a:t>408.7</a:t>
            </a:r>
            <a:r>
              <a:rPr sz="1200" b="1">
                <a:solidFill>
                  <a:srgbClr val="FF0000"/>
                </a:solidFill>
              </a:rPr>
              <a:t>mm</a:t>
            </a:r>
            <a:endParaRPr sz="1200" b="1">
              <a:solidFill>
                <a:srgbClr val="FF0000"/>
              </a:solidFill>
            </a:endParaRPr>
          </a:p>
        </p:txBody>
      </p:sp>
      <p:cxnSp>
        <p:nvCxnSpPr>
          <p:cNvPr id="133" name="直接箭头连接符 36"/>
          <p:cNvCxnSpPr/>
          <p:nvPr/>
        </p:nvCxnSpPr>
        <p:spPr>
          <a:xfrm xmlns:a="http://schemas.openxmlformats.org/drawingml/2006/main" flipH="1">
            <a:off x="6851015" y="3418205"/>
            <a:ext cx="653415" cy="8318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FF0000"/>
            </a:solidFill>
            <a:tailEnd type="triangle"/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rgbClr val="FFFFFF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tx1"/>
          </a:fontRef>
        </p:style>
      </p:cxnSp>
      <p:cxnSp>
        <p:nvCxnSpPr>
          <p:cNvPr id="134" name="直接箭头连接符 37"/>
          <p:cNvCxnSpPr/>
          <p:nvPr/>
        </p:nvCxnSpPr>
        <p:spPr>
          <a:xfrm xmlns:a="http://schemas.openxmlformats.org/drawingml/2006/main" flipH="1">
            <a:off x="6851015" y="4027805"/>
            <a:ext cx="653415" cy="8318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FF0000"/>
            </a:solidFill>
            <a:tailEnd type="triangle"/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rgbClr val="FFFFFF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tx1"/>
          </a:fontRef>
        </p:style>
      </p:cxnSp>
      <p:cxnSp>
        <p:nvCxnSpPr>
          <p:cNvPr id="135" name="直接箭头连接符 38"/>
          <p:cNvCxnSpPr/>
          <p:nvPr/>
        </p:nvCxnSpPr>
        <p:spPr>
          <a:xfrm xmlns:a="http://schemas.openxmlformats.org/drawingml/2006/main" flipH="1">
            <a:off x="6851015" y="4653280"/>
            <a:ext cx="653415" cy="8318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FF0000"/>
            </a:solidFill>
            <a:tailEnd type="triangle"/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rgbClr val="FFFFFF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34266227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43" name="图片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9f2ec55c8b5440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065655" y="0"/>
            <a:ext cx="5393690" cy="6858000"/>
          </a:xfrm>
          <a:prstGeom xmlns:a="http://schemas.openxmlformats.org/drawingml/2006/main" prst="rect">
            <a:avLst/>
          </a:prstGeom>
        </p:spPr>
      </p:pic>
      <p:sp>
        <p:nvSpPr>
          <p:cNvPr id="4" name="直接连接符 3">
            <a:extLst xmlns:a="http://schemas.openxmlformats.org/drawingml/2006/main">
              <a:ext uri="{FF2B5EF4-FFF2-40B4-BE49-F238E27FC236}">
                <a16:creationId xmlns:a16="http://schemas.microsoft.com/office/drawing/2014/main" id="{234909A9-2093-41CE-8F7F-B0A2B2E60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9075" y="548640"/>
            <a:ext cx="6570980" cy="0"/>
          </a:xfrm>
          <a:prstGeom xmlns:a="http://schemas.openxmlformats.org/drawingml/2006/main" prst="line">
            <a:avLst/>
          </a:prstGeom>
          <a:ln xmlns:a="http://schemas.openxmlformats.org/drawingml/2006/main" w="25400">
            <a:solidFill>
              <a:srgbClr val="FF0000"/>
            </a:solidFill>
            <a:prstDash val="dash"/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rgbClr val="FFFFFF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tx1"/>
          </a:fontRef>
        </p:style>
      </p:sp>
      <p:sp>
        <p:nvSpPr>
          <p:cNvPr id="7" name="直接连接符 6">
            <a:extLst xmlns:a="http://schemas.openxmlformats.org/drawingml/2006/main">
              <a:ext uri="{FF2B5EF4-FFF2-40B4-BE49-F238E27FC236}">
                <a16:creationId xmlns:a16="http://schemas.microsoft.com/office/drawing/2014/main" id="{942F8494-9760-493A-91FB-193F2D77D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7066280" y="188595"/>
            <a:ext cx="16510" cy="6266180"/>
          </a:xfrm>
          <a:prstGeom xmlns:a="http://schemas.openxmlformats.org/drawingml/2006/main" prst="line">
            <a:avLst/>
          </a:prstGeom>
          <a:ln xmlns:a="http://schemas.openxmlformats.org/drawingml/2006/main" w="25400">
            <a:solidFill>
              <a:srgbClr val="FF0000"/>
            </a:solidFill>
            <a:prstDash val="dash"/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rgbClr val="FFFFFF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tx1"/>
          </a:fontRef>
        </p:style>
      </p:sp>
      <p:sp>
        <p:nvSpPr>
          <p:cNvPr id="8" name="文本框 7">
            <a:extLst xmlns:a="http://schemas.openxmlformats.org/drawingml/2006/main">
              <a:ext uri="{FF2B5EF4-FFF2-40B4-BE49-F238E27FC236}">
                <a16:creationId xmlns:a16="http://schemas.microsoft.com/office/drawing/2014/main" id="{6CBE8D59-76B9-4618-B68C-5C182BA81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8670" y="116840"/>
            <a:ext cx="1508760" cy="27559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1200" b="1">
                <a:solidFill>
                  <a:srgbClr val="FF0000"/>
                </a:solidFill>
              </a:rPr>
              <a:t>SPU</a:t>
            </a:r>
            <a:r>
              <a:rPr sz="1200" b="1">
                <a:solidFill>
                  <a:srgbClr val="FF0000"/>
                </a:solidFill>
              </a:rPr>
              <a:t>右侧板边</a:t>
            </a:r>
            <a:r>
              <a:rPr sz="1200" b="1">
                <a:solidFill>
                  <a:srgbClr val="FF0000"/>
                </a:solidFill>
              </a:rPr>
              <a:t>侧</a:t>
            </a:r>
            <a:endParaRPr sz="1200" b="1">
              <a:solidFill>
                <a:srgbClr val="FF0000"/>
              </a:solidFill>
            </a:endParaRPr>
          </a:p>
        </p:txBody>
      </p:sp>
      <p:sp>
        <p:nvSpPr>
          <p:cNvPr id="10" name="文本框 9">
            <a:extLst xmlns:a="http://schemas.openxmlformats.org/drawingml/2006/main">
              <a:ext uri="{FF2B5EF4-FFF2-40B4-BE49-F238E27FC236}">
                <a16:creationId xmlns:a16="http://schemas.microsoft.com/office/drawing/2014/main" id="{496F3EF6-9EBC-4911-B373-721F828C7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0425" y="621030"/>
            <a:ext cx="1508760" cy="27559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1200" b="1">
                <a:solidFill>
                  <a:srgbClr val="FF0000"/>
                </a:solidFill>
              </a:rPr>
              <a:t>SPU</a:t>
            </a:r>
            <a:r>
              <a:rPr sz="1200" b="1">
                <a:solidFill>
                  <a:srgbClr val="FF0000"/>
                </a:solidFill>
              </a:rPr>
              <a:t>后盖板边</a:t>
            </a:r>
            <a:r>
              <a:rPr sz="1200" b="1">
                <a:solidFill>
                  <a:srgbClr val="FF0000"/>
                </a:solidFill>
              </a:rPr>
              <a:t>侧</a:t>
            </a:r>
            <a:endParaRPr sz="1200" b="1">
              <a:solidFill>
                <a:srgbClr val="FF0000"/>
              </a:solidFill>
            </a:endParaRPr>
          </a:p>
        </p:txBody>
      </p:sp>
      <p:sp>
        <p:nvSpPr>
          <p:cNvPr id="11" name="直接连接符 10">
            <a:extLst xmlns:a="http://schemas.openxmlformats.org/drawingml/2006/main">
              <a:ext uri="{FF2B5EF4-FFF2-40B4-BE49-F238E27FC236}">
                <a16:creationId xmlns:a16="http://schemas.microsoft.com/office/drawing/2014/main" id="{3084925C-7A9F-4E49-A5B9-BE99369A2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5953760" y="187960"/>
            <a:ext cx="16510" cy="6266180"/>
          </a:xfrm>
          <a:prstGeom xmlns:a="http://schemas.openxmlformats.org/drawingml/2006/main" prst="line">
            <a:avLst/>
          </a:prstGeom>
          <a:ln xmlns:a="http://schemas.openxmlformats.org/drawingml/2006/main" w="25400">
            <a:solidFill>
              <a:srgbClr val="FF0000"/>
            </a:solidFill>
            <a:prstDash val="dash"/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rgbClr val="FFFFFF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tx1"/>
          </a:fontRef>
        </p:style>
      </p:sp>
      <p:cxnSp>
        <p:nvCxnSpPr>
          <p:cNvPr id="49" name="直接箭头连接符 11"/>
          <p:cNvCxnSpPr/>
          <p:nvPr/>
        </p:nvCxnSpPr>
        <p:spPr>
          <a:xfrm xmlns:a="http://schemas.openxmlformats.org/drawingml/2006/main">
            <a:off x="5975985" y="5713095"/>
            <a:ext cx="1047750" cy="0"/>
          </a:xfrm>
          <a:prstGeom xmlns:a="http://schemas.openxmlformats.org/drawingml/2006/main" prst="straightConnector1">
            <a:avLst/>
          </a:prstGeom>
          <a:ln xmlns:a="http://schemas.openxmlformats.org/drawingml/2006/main" w="25400">
            <a:solidFill>
              <a:srgbClr val="FF0000"/>
            </a:solidFill>
            <a:headEnd type="arrow"/>
            <a:tailEnd type="arrow"/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rgbClr val="FFFFFF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tx1"/>
          </a:fontRef>
        </p:style>
      </p:cxnSp>
      <p:sp>
        <p:nvSpPr>
          <p:cNvPr id="13" name="文本框 12">
            <a:extLst xmlns:a="http://schemas.openxmlformats.org/drawingml/2006/main">
              <a:ext uri="{FF2B5EF4-FFF2-40B4-BE49-F238E27FC236}">
                <a16:creationId xmlns:a16="http://schemas.microsoft.com/office/drawing/2014/main" id="{06A5CE8C-6059-429E-8603-D2D9CACC4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28970" y="5445125"/>
            <a:ext cx="1508760" cy="27559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200" b="1">
                <a:solidFill>
                  <a:srgbClr val="FF0000"/>
                </a:solidFill>
              </a:rPr>
              <a:t>107.3mm</a:t>
            </a:r>
            <a:endParaRPr sz="1200" b="1">
              <a:solidFill>
                <a:srgbClr val="FF0000"/>
              </a:solidFill>
            </a:endParaRPr>
          </a:p>
        </p:txBody>
      </p:sp>
      <p:pic>
        <p:nvPicPr>
          <p:cNvPr id="51" name="图片 1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0e27d25f20344b9">
            <a:alphaModFix amt="77000"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954530" y="-9525"/>
            <a:ext cx="9153525" cy="751649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7917853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36" name="图片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40680614a6344d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1235710"/>
            <a:ext cx="9525000" cy="4386580"/>
          </a:xfrm>
          <a:prstGeom xmlns:a="http://schemas.openxmlformats.org/drawingml/2006/main" prst="rect">
            <a:avLst/>
          </a:prstGeom>
        </p:spPr>
      </p:pic>
      <p:sp>
        <p:nvSpPr>
          <p:cNvPr id="4" name="直接连接符 3">
            <a:extLst xmlns:a="http://schemas.openxmlformats.org/drawingml/2006/main">
              <a:ext uri="{FF2B5EF4-FFF2-40B4-BE49-F238E27FC236}">
                <a16:creationId xmlns:a16="http://schemas.microsoft.com/office/drawing/2014/main" id="{D7C35E61-9AB0-487F-829C-3ECC808F4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3780" y="1772920"/>
            <a:ext cx="6900545" cy="0"/>
          </a:xfrm>
          <a:prstGeom xmlns:a="http://schemas.openxmlformats.org/drawingml/2006/main" prst="line">
            <a:avLst/>
          </a:prstGeom>
          <a:ln xmlns:a="http://schemas.openxmlformats.org/drawingml/2006/main" w="25400">
            <a:solidFill>
              <a:srgbClr val="FF0000"/>
            </a:solidFill>
            <a:prstDash val="dash"/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rgbClr val="FFFFFF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tx1"/>
          </a:fontRef>
        </p:style>
      </p:sp>
      <p:sp>
        <p:nvSpPr>
          <p:cNvPr id="3" name="直接连接符 2">
            <a:extLst xmlns:a="http://schemas.openxmlformats.org/drawingml/2006/main">
              <a:ext uri="{FF2B5EF4-FFF2-40B4-BE49-F238E27FC236}">
                <a16:creationId xmlns:a16="http://schemas.microsoft.com/office/drawing/2014/main" id="{2A3027E7-7591-4321-B435-376F12FB5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3717290"/>
            <a:ext cx="6952615" cy="0"/>
          </a:xfrm>
          <a:prstGeom xmlns:a="http://schemas.openxmlformats.org/drawingml/2006/main" prst="line">
            <a:avLst/>
          </a:prstGeom>
          <a:ln xmlns:a="http://schemas.openxmlformats.org/drawingml/2006/main" w="25400">
            <a:solidFill>
              <a:srgbClr val="FF0000"/>
            </a:solidFill>
            <a:prstDash val="dash"/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rgbClr val="FFFFFF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tx1"/>
          </a:fontRef>
        </p:style>
      </p:sp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DDA8D360-2CE7-4F27-9449-0ACE4E04F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6960" y="1412875"/>
            <a:ext cx="1720215" cy="27559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ClrTx/>
              <a:buSzTx/>
              <a:buFontTx/>
              <a:buNone/>
            </a:pPr>
            <a:r>
              <a:rPr sz="1200" b="1">
                <a:solidFill>
                  <a:srgbClr val="FF0000"/>
                </a:solidFill>
              </a:rPr>
              <a:t>SPU 背部顶板外侧</a:t>
            </a:r>
            <a:endParaRPr sz="1200" b="1">
              <a:solidFill>
                <a:srgbClr val="FF0000"/>
              </a:solidFill>
            </a:endParaRPr>
          </a:p>
        </p:txBody>
      </p:sp>
      <p:sp>
        <p:nvSpPr>
          <p:cNvPr id="13" name="文本框 12">
            <a:extLst xmlns:a="http://schemas.openxmlformats.org/drawingml/2006/main">
              <a:ext uri="{FF2B5EF4-FFF2-40B4-BE49-F238E27FC236}">
                <a16:creationId xmlns:a16="http://schemas.microsoft.com/office/drawing/2014/main" id="{FE363D2A-EE39-40A4-B8A9-2C5342311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2815" y="1857375"/>
            <a:ext cx="1508760" cy="27559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200" b="1">
                <a:solidFill>
                  <a:srgbClr val="FF0000"/>
                </a:solidFill>
              </a:rPr>
              <a:t>145mm</a:t>
            </a:r>
            <a:endParaRPr sz="1200" b="1">
              <a:solidFill>
                <a:srgbClr val="FF0000"/>
              </a:solidFill>
            </a:endParaRPr>
          </a:p>
        </p:txBody>
      </p:sp>
      <p:cxnSp>
        <p:nvCxnSpPr>
          <p:cNvPr id="41" name="直接箭头连接符 11"/>
          <p:cNvCxnSpPr/>
          <p:nvPr/>
        </p:nvCxnSpPr>
        <p:spPr>
          <a:xfrm xmlns:a="http://schemas.openxmlformats.org/drawingml/2006/main">
            <a:off x="7715250" y="1844675"/>
            <a:ext cx="0" cy="1800225"/>
          </a:xfrm>
          <a:prstGeom xmlns:a="http://schemas.openxmlformats.org/drawingml/2006/main" prst="straightConnector1">
            <a:avLst/>
          </a:prstGeom>
          <a:ln xmlns:a="http://schemas.openxmlformats.org/drawingml/2006/main" w="25400">
            <a:solidFill>
              <a:srgbClr val="FF0000"/>
            </a:solidFill>
            <a:headEnd type="arrow"/>
            <a:tailEnd type="arrow"/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rgbClr val="FFFFFF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60335201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8" name="top-left-bus">
            <a:extLst xmlns:a="http://schemas.openxmlformats.org/drawingml/2006/main">
              <a:ext uri="{FF2B5EF4-FFF2-40B4-BE49-F238E27FC236}">
                <a16:creationId xmlns:a16="http://schemas.microsoft.com/office/drawing/2014/main" id="{282CC575-CE74-4980-82B7-59EC36A97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742950"/>
            <a:ext cx="0" cy="6667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11111"/>
            </a:solidFill>
            <a:prstDash val="solid"/>
          </a:ln>
        </p:spPr>
      </p:sp>
      <p:sp>
        <p:nvSpPr>
          <p:cNvPr id="2" name="top-pool-bus">
            <a:extLst xmlns:a="http://schemas.openxmlformats.org/drawingml/2006/main">
              <a:ext uri="{FF2B5EF4-FFF2-40B4-BE49-F238E27FC236}">
                <a16:creationId xmlns:a16="http://schemas.microsoft.com/office/drawing/2014/main" id="{60F053BA-0DC8-4132-823D-59C82FC16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742950"/>
            <a:ext cx="0" cy="6381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11111"/>
            </a:solidFill>
            <a:prstDash val="solid"/>
          </a:ln>
        </p:spPr>
      </p:sp>
      <p:sp>
        <p:nvSpPr>
          <p:cNvPr id="3" name="top-measure-bus">
            <a:extLst xmlns:a="http://schemas.openxmlformats.org/drawingml/2006/main">
              <a:ext uri="{FF2B5EF4-FFF2-40B4-BE49-F238E27FC236}">
                <a16:creationId xmlns:a16="http://schemas.microsoft.com/office/drawing/2014/main" id="{5F3CB24B-F678-413E-9586-0EA190F96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91475" y="742950"/>
            <a:ext cx="0" cy="6381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11111"/>
            </a:solidFill>
            <a:prstDash val="solid"/>
          </a:ln>
        </p:spPr>
      </p:sp>
      <p:sp>
        <p:nvSpPr>
          <p:cNvPr id="4" name="group-left-down">
            <a:extLst xmlns:a="http://schemas.openxmlformats.org/drawingml/2006/main">
              <a:ext uri="{FF2B5EF4-FFF2-40B4-BE49-F238E27FC236}">
                <a16:creationId xmlns:a16="http://schemas.microsoft.com/office/drawing/2014/main" id="{D5688EC3-09C2-47B5-9BCB-AC99EE504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2124075"/>
            <a:ext cx="0" cy="4953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11111"/>
            </a:solidFill>
            <a:prstDash val="solid"/>
          </a:ln>
        </p:spPr>
      </p:sp>
      <p:sp>
        <p:nvSpPr>
          <p:cNvPr id="5" name="group-pool-down">
            <a:extLst xmlns:a="http://schemas.openxmlformats.org/drawingml/2006/main">
              <a:ext uri="{FF2B5EF4-FFF2-40B4-BE49-F238E27FC236}">
                <a16:creationId xmlns:a16="http://schemas.microsoft.com/office/drawing/2014/main" id="{1214F023-4C63-4756-AEB2-8AF767090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2124075"/>
            <a:ext cx="0" cy="4953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11111"/>
            </a:solidFill>
            <a:prstDash val="solid"/>
          </a:ln>
        </p:spPr>
      </p:sp>
      <p:sp>
        <p:nvSpPr>
          <p:cNvPr id="6" name="measure-down">
            <a:extLst xmlns:a="http://schemas.openxmlformats.org/drawingml/2006/main">
              <a:ext uri="{FF2B5EF4-FFF2-40B4-BE49-F238E27FC236}">
                <a16:creationId xmlns:a16="http://schemas.microsoft.com/office/drawing/2014/main" id="{B51BFF44-F378-42BD-BCA8-08BCB9C5C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91475" y="2124075"/>
            <a:ext cx="0" cy="2571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11111"/>
            </a:solidFill>
            <a:prstDash val="solid"/>
          </a:ln>
        </p:spPr>
      </p:sp>
      <p:sp>
        <p:nvSpPr>
          <p:cNvPr id="7" name="large-flow-bottom">
            <a:extLst xmlns:a="http://schemas.openxmlformats.org/drawingml/2006/main">
              <a:ext uri="{FF2B5EF4-FFF2-40B4-BE49-F238E27FC236}">
                <a16:creationId xmlns:a16="http://schemas.microsoft.com/office/drawing/2014/main" id="{D933A27B-A172-4861-85BE-08A1A1B43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476750"/>
            <a:ext cx="0" cy="1714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11111"/>
            </a:solidFill>
            <a:prstDash val="solid"/>
          </a:ln>
        </p:spPr>
      </p:sp>
      <p:sp>
        <p:nvSpPr>
          <p:cNvPr id="8" name="cooling-bottom">
            <a:extLst xmlns:a="http://schemas.openxmlformats.org/drawingml/2006/main">
              <a:ext uri="{FF2B5EF4-FFF2-40B4-BE49-F238E27FC236}">
                <a16:creationId xmlns:a16="http://schemas.microsoft.com/office/drawing/2014/main" id="{0BA3703E-5CD9-4E0C-AF3D-AF0AB4AC4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4476750"/>
            <a:ext cx="0" cy="1714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11111"/>
            </a:solidFill>
            <a:prstDash val="solid"/>
          </a:ln>
        </p:spPr>
      </p:sp>
      <p:sp>
        <p:nvSpPr>
          <p:cNvPr id="9" name="small-flow-bottom">
            <a:extLst xmlns:a="http://schemas.openxmlformats.org/drawingml/2006/main">
              <a:ext uri="{FF2B5EF4-FFF2-40B4-BE49-F238E27FC236}">
                <a16:creationId xmlns:a16="http://schemas.microsoft.com/office/drawing/2014/main" id="{AB11389A-9F84-463D-B9BD-8DE240E4A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4476750"/>
            <a:ext cx="0" cy="1714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11111"/>
            </a:solidFill>
            <a:prstDash val="solid"/>
          </a:ln>
        </p:spPr>
      </p:sp>
      <p:sp>
        <p:nvSpPr>
          <p:cNvPr id="10" name="micro-ccd-bottom">
            <a:extLst xmlns:a="http://schemas.openxmlformats.org/drawingml/2006/main">
              <a:ext uri="{FF2B5EF4-FFF2-40B4-BE49-F238E27FC236}">
                <a16:creationId xmlns:a16="http://schemas.microsoft.com/office/drawing/2014/main" id="{474B16EE-C0A2-41BA-ACDB-ECEF5F9C6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5381625"/>
            <a:ext cx="0" cy="8096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11111"/>
            </a:solidFill>
            <a:prstDash val="solid"/>
          </a:ln>
        </p:spPr>
      </p:sp>
      <p:sp>
        <p:nvSpPr>
          <p:cNvPr id="11" name="fast-ccd-bottom">
            <a:extLst xmlns:a="http://schemas.openxmlformats.org/drawingml/2006/main">
              <a:ext uri="{FF2B5EF4-FFF2-40B4-BE49-F238E27FC236}">
                <a16:creationId xmlns:a16="http://schemas.microsoft.com/office/drawing/2014/main" id="{7E51501E-A0B8-49CE-B4A6-E005DFE26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5381625"/>
            <a:ext cx="0" cy="8096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11111"/>
            </a:solidFill>
            <a:prstDash val="solid"/>
          </a:ln>
        </p:spPr>
      </p:sp>
      <p:sp>
        <p:nvSpPr>
          <p:cNvPr id="12" name="main-bottom">
            <a:extLst xmlns:a="http://schemas.openxmlformats.org/drawingml/2006/main">
              <a:ext uri="{FF2B5EF4-FFF2-40B4-BE49-F238E27FC236}">
                <a16:creationId xmlns:a16="http://schemas.microsoft.com/office/drawing/2014/main" id="{873AFE52-6D5A-4878-B6DA-99A3F4856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5381625"/>
            <a:ext cx="0" cy="8096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11111"/>
            </a:solidFill>
            <a:prstDash val="solid"/>
          </a:ln>
        </p:spPr>
      </p:sp>
      <p:sp>
        <p:nvSpPr>
          <p:cNvPr id="13" name="fan-bottom">
            <a:extLst xmlns:a="http://schemas.openxmlformats.org/drawingml/2006/main">
              <a:ext uri="{FF2B5EF4-FFF2-40B4-BE49-F238E27FC236}">
                <a16:creationId xmlns:a16="http://schemas.microsoft.com/office/drawing/2014/main" id="{D21B4C3B-243F-4193-AE30-F56F0EB9A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91575" y="4476750"/>
            <a:ext cx="0" cy="1714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11111"/>
            </a:solidFill>
            <a:prstDash val="solid"/>
          </a:ln>
        </p:spPr>
      </p:sp>
      <p:sp>
        <p:nvSpPr>
          <p:cNvPr id="14" name="large-flow-up">
            <a:extLst xmlns:a="http://schemas.openxmlformats.org/drawingml/2006/main">
              <a:ext uri="{FF2B5EF4-FFF2-40B4-BE49-F238E27FC236}">
                <a16:creationId xmlns:a16="http://schemas.microsoft.com/office/drawing/2014/main" id="{E3CF08BF-BB65-4E57-8CAA-C2EB04BB5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419475"/>
            <a:ext cx="0" cy="3619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11111"/>
            </a:solidFill>
            <a:prstDash val="solid"/>
          </a:ln>
        </p:spPr>
      </p:sp>
      <p:sp>
        <p:nvSpPr>
          <p:cNvPr id="15" name="large-flow-arrow">
            <a:extLst xmlns:a="http://schemas.openxmlformats.org/drawingml/2006/main">
              <a:ext uri="{FF2B5EF4-FFF2-40B4-BE49-F238E27FC236}">
                <a16:creationId xmlns:a16="http://schemas.microsoft.com/office/drawing/2014/main" id="{0C671571-6ED0-46A3-878B-61FF911C0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333750"/>
            <a:ext cx="209550" cy="266700"/>
          </a:xfrm>
          <a:prstGeom xmlns:a="http://schemas.openxmlformats.org/drawingml/2006/main" prst="upArrow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9525">
            <a:solidFill>
              <a:srgbClr val="111111"/>
            </a:solidFill>
            <a:prstDash val="solid"/>
          </a:ln>
        </p:spPr>
      </p:sp>
      <p:sp>
        <p:nvSpPr>
          <p:cNvPr id="16" name="cooling-up">
            <a:extLst xmlns:a="http://schemas.openxmlformats.org/drawingml/2006/main">
              <a:ext uri="{FF2B5EF4-FFF2-40B4-BE49-F238E27FC236}">
                <a16:creationId xmlns:a16="http://schemas.microsoft.com/office/drawing/2014/main" id="{3DCC3E33-3019-4446-A28D-7F6D694E3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3419475"/>
            <a:ext cx="0" cy="3619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11111"/>
            </a:solidFill>
            <a:prstDash val="solid"/>
          </a:ln>
        </p:spPr>
      </p:sp>
      <p:sp>
        <p:nvSpPr>
          <p:cNvPr id="17" name="cooling-arrow">
            <a:extLst xmlns:a="http://schemas.openxmlformats.org/drawingml/2006/main">
              <a:ext uri="{FF2B5EF4-FFF2-40B4-BE49-F238E27FC236}">
                <a16:creationId xmlns:a16="http://schemas.microsoft.com/office/drawing/2014/main" id="{70C39B87-258A-4900-A7A6-5D428454F5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3333750"/>
            <a:ext cx="209550" cy="266700"/>
          </a:xfrm>
          <a:prstGeom xmlns:a="http://schemas.openxmlformats.org/drawingml/2006/main" prst="upArrow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9525">
            <a:solidFill>
              <a:srgbClr val="111111"/>
            </a:solidFill>
            <a:prstDash val="solid"/>
          </a:ln>
        </p:spPr>
      </p:sp>
      <p:sp>
        <p:nvSpPr>
          <p:cNvPr id="18" name="small-flow-up">
            <a:extLst xmlns:a="http://schemas.openxmlformats.org/drawingml/2006/main">
              <a:ext uri="{FF2B5EF4-FFF2-40B4-BE49-F238E27FC236}">
                <a16:creationId xmlns:a16="http://schemas.microsoft.com/office/drawing/2014/main" id="{DB42C6A0-77E3-44CC-B4D1-9874B7426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3419475"/>
            <a:ext cx="0" cy="3619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11111"/>
            </a:solidFill>
            <a:prstDash val="solid"/>
          </a:ln>
        </p:spPr>
      </p:sp>
      <p:sp>
        <p:nvSpPr>
          <p:cNvPr id="19" name="small-flow-arrow">
            <a:extLst xmlns:a="http://schemas.openxmlformats.org/drawingml/2006/main">
              <a:ext uri="{FF2B5EF4-FFF2-40B4-BE49-F238E27FC236}">
                <a16:creationId xmlns:a16="http://schemas.microsoft.com/office/drawing/2014/main" id="{DC4C89DD-9D44-44FF-AF33-F811BF9C6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38725" y="3333750"/>
            <a:ext cx="209550" cy="266700"/>
          </a:xfrm>
          <a:prstGeom xmlns:a="http://schemas.openxmlformats.org/drawingml/2006/main" prst="upArrow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9525">
            <a:solidFill>
              <a:srgbClr val="111111"/>
            </a:solidFill>
            <a:prstDash val="solid"/>
          </a:ln>
        </p:spPr>
      </p:sp>
      <p:sp>
        <p:nvSpPr>
          <p:cNvPr id="20" name="fan-up">
            <a:extLst xmlns:a="http://schemas.openxmlformats.org/drawingml/2006/main">
              <a:ext uri="{FF2B5EF4-FFF2-40B4-BE49-F238E27FC236}">
                <a16:creationId xmlns:a16="http://schemas.microsoft.com/office/drawing/2014/main" id="{30060C2E-8CAE-4C2B-B671-6BEBCD548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91575" y="3419475"/>
            <a:ext cx="0" cy="3619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11111"/>
            </a:solidFill>
            <a:prstDash val="solid"/>
          </a:ln>
        </p:spPr>
      </p:sp>
      <p:sp>
        <p:nvSpPr>
          <p:cNvPr id="21" name="fan-arrow">
            <a:extLst xmlns:a="http://schemas.openxmlformats.org/drawingml/2006/main">
              <a:ext uri="{FF2B5EF4-FFF2-40B4-BE49-F238E27FC236}">
                <a16:creationId xmlns:a16="http://schemas.microsoft.com/office/drawing/2014/main" id="{15863A72-D337-4163-82CE-29B630253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3333750"/>
            <a:ext cx="209550" cy="266700"/>
          </a:xfrm>
          <a:prstGeom xmlns:a="http://schemas.openxmlformats.org/drawingml/2006/main" prst="upArrow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9525">
            <a:solidFill>
              <a:srgbClr val="111111"/>
            </a:solidFill>
            <a:prstDash val="solid"/>
          </a:ln>
        </p:spPr>
      </p:sp>
      <p:sp>
        <p:nvSpPr>
          <p:cNvPr id="22" name="pool-hv-link">
            <a:extLst xmlns:a="http://schemas.openxmlformats.org/drawingml/2006/main">
              <a:ext uri="{FF2B5EF4-FFF2-40B4-BE49-F238E27FC236}">
                <a16:creationId xmlns:a16="http://schemas.microsoft.com/office/drawing/2014/main" id="{CEC1A551-ED97-4F1A-8CEF-A85F41DFD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1752600"/>
            <a:ext cx="5048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11111"/>
            </a:solidFill>
            <a:prstDash val="solid"/>
          </a:ln>
        </p:spPr>
      </p:sp>
      <p:sp>
        <p:nvSpPr>
          <p:cNvPr id="23" name="pool-hv-left">
            <a:extLst xmlns:a="http://schemas.openxmlformats.org/drawingml/2006/main">
              <a:ext uri="{FF2B5EF4-FFF2-40B4-BE49-F238E27FC236}">
                <a16:creationId xmlns:a16="http://schemas.microsoft.com/office/drawing/2014/main" id="{DC1C2EE7-A909-4773-B522-2CBE19507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1647825"/>
            <a:ext cx="228600" cy="209550"/>
          </a:xfrm>
          <a:prstGeom xmlns:a="http://schemas.openxmlformats.org/drawingml/2006/main" prst="leftArrow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9525">
            <a:solidFill>
              <a:srgbClr val="111111"/>
            </a:solidFill>
            <a:prstDash val="solid"/>
          </a:ln>
        </p:spPr>
      </p:sp>
      <p:sp>
        <p:nvSpPr>
          <p:cNvPr id="24" name="pool-hv-right">
            <a:extLst xmlns:a="http://schemas.openxmlformats.org/drawingml/2006/main">
              <a:ext uri="{FF2B5EF4-FFF2-40B4-BE49-F238E27FC236}">
                <a16:creationId xmlns:a16="http://schemas.microsoft.com/office/drawing/2014/main" id="{C9839D2F-26A9-4B63-AA41-C26CB52E2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1647825"/>
            <a:ext cx="22860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9525">
            <a:solidFill>
              <a:srgbClr val="111111"/>
            </a:solidFill>
            <a:prstDash val="solid"/>
          </a:ln>
        </p:spPr>
      </p:sp>
      <p:sp>
        <p:nvSpPr>
          <p:cNvPr id="25" name="hv-secondary-link">
            <a:extLst xmlns:a="http://schemas.openxmlformats.org/drawingml/2006/main">
              <a:ext uri="{FF2B5EF4-FFF2-40B4-BE49-F238E27FC236}">
                <a16:creationId xmlns:a16="http://schemas.microsoft.com/office/drawing/2014/main" id="{79D96470-0D55-49D4-ADC5-145A33BB5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752600"/>
            <a:ext cx="1428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11111"/>
            </a:solidFill>
            <a:prstDash val="solid"/>
          </a:ln>
        </p:spPr>
      </p:sp>
      <p:sp>
        <p:nvSpPr>
          <p:cNvPr id="26" name="hv-secondary-left">
            <a:extLst xmlns:a="http://schemas.openxmlformats.org/drawingml/2006/main">
              <a:ext uri="{FF2B5EF4-FFF2-40B4-BE49-F238E27FC236}">
                <a16:creationId xmlns:a16="http://schemas.microsoft.com/office/drawing/2014/main" id="{1B735734-8FA7-4DD0-894E-957A84C11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72275" y="1647825"/>
            <a:ext cx="228600" cy="209550"/>
          </a:xfrm>
          <a:prstGeom xmlns:a="http://schemas.openxmlformats.org/drawingml/2006/main" prst="leftArrow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9525">
            <a:solidFill>
              <a:srgbClr val="111111"/>
            </a:solidFill>
            <a:prstDash val="solid"/>
          </a:ln>
        </p:spPr>
      </p:sp>
      <p:sp>
        <p:nvSpPr>
          <p:cNvPr id="27" name="hv-secondary-right">
            <a:extLst xmlns:a="http://schemas.openxmlformats.org/drawingml/2006/main">
              <a:ext uri="{FF2B5EF4-FFF2-40B4-BE49-F238E27FC236}">
                <a16:creationId xmlns:a16="http://schemas.microsoft.com/office/drawing/2014/main" id="{908415BE-722A-4CA1-B35D-DFEF2BCB3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1647825"/>
            <a:ext cx="22860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9525">
            <a:solidFill>
              <a:srgbClr val="111111"/>
            </a:solidFill>
            <a:prstDash val="solid"/>
          </a:ln>
        </p:spPr>
      </p:sp>
      <p:sp>
        <p:nvSpPr>
          <p:cNvPr id="28" name="secondary-sensor-stem">
            <a:extLst xmlns:a="http://schemas.openxmlformats.org/drawingml/2006/main">
              <a:ext uri="{FF2B5EF4-FFF2-40B4-BE49-F238E27FC236}">
                <a16:creationId xmlns:a16="http://schemas.microsoft.com/office/drawing/2014/main" id="{8B3EAD08-57DC-4D54-AB0B-3D0D6C56B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3275" y="3067050"/>
            <a:ext cx="0" cy="2476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11111"/>
            </a:solidFill>
            <a:prstDash val="solid"/>
          </a:ln>
        </p:spPr>
      </p:sp>
      <p:sp>
        <p:nvSpPr>
          <p:cNvPr id="29" name="sensor-valve-branch">
            <a:extLst xmlns:a="http://schemas.openxmlformats.org/drawingml/2006/main">
              <a:ext uri="{FF2B5EF4-FFF2-40B4-BE49-F238E27FC236}">
                <a16:creationId xmlns:a16="http://schemas.microsoft.com/office/drawing/2014/main" id="{EF03EF32-E524-4936-B654-3787D752F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3314700"/>
            <a:ext cx="1047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11111"/>
            </a:solidFill>
            <a:prstDash val="solid"/>
          </a:ln>
        </p:spPr>
      </p:sp>
      <p:sp>
        <p:nvSpPr>
          <p:cNvPr id="30" name="sensor-down">
            <a:extLst xmlns:a="http://schemas.openxmlformats.org/drawingml/2006/main">
              <a:ext uri="{FF2B5EF4-FFF2-40B4-BE49-F238E27FC236}">
                <a16:creationId xmlns:a16="http://schemas.microsoft.com/office/drawing/2014/main" id="{26D28122-3F54-4B34-9F73-30AA88763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3238500"/>
            <a:ext cx="209550" cy="26670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9525">
            <a:solidFill>
              <a:srgbClr val="111111"/>
            </a:solidFill>
            <a:prstDash val="solid"/>
          </a:ln>
        </p:spPr>
      </p:sp>
      <p:sp>
        <p:nvSpPr>
          <p:cNvPr id="31" name="valve-down">
            <a:extLst xmlns:a="http://schemas.openxmlformats.org/drawingml/2006/main">
              <a:ext uri="{FF2B5EF4-FFF2-40B4-BE49-F238E27FC236}">
                <a16:creationId xmlns:a16="http://schemas.microsoft.com/office/drawing/2014/main" id="{6DBE9EA1-7526-41DB-A3AE-5152C7446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75" y="3238500"/>
            <a:ext cx="209550" cy="26670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9525">
            <a:solidFill>
              <a:srgbClr val="111111"/>
            </a:solidFill>
            <a:prstDash val="solid"/>
          </a:ln>
        </p:spPr>
      </p:sp>
      <p:sp>
        <p:nvSpPr>
          <p:cNvPr id="32" name="secondary-main-left">
            <a:extLst xmlns:a="http://schemas.openxmlformats.org/drawingml/2006/main">
              <a:ext uri="{FF2B5EF4-FFF2-40B4-BE49-F238E27FC236}">
                <a16:creationId xmlns:a16="http://schemas.microsoft.com/office/drawing/2014/main" id="{CD47A4A1-9B4F-4B8D-97C8-5BB41C21E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29325" y="2724150"/>
            <a:ext cx="5429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11111"/>
            </a:solidFill>
            <a:prstDash val="solid"/>
          </a:ln>
        </p:spPr>
      </p:sp>
      <p:sp>
        <p:nvSpPr>
          <p:cNvPr id="33" name="secondary-main-vertical">
            <a:extLst xmlns:a="http://schemas.openxmlformats.org/drawingml/2006/main">
              <a:ext uri="{FF2B5EF4-FFF2-40B4-BE49-F238E27FC236}">
                <a16:creationId xmlns:a16="http://schemas.microsoft.com/office/drawing/2014/main" id="{22DDAEF9-3600-4A59-A25E-A647E534A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29325" y="2724150"/>
            <a:ext cx="0" cy="22479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11111"/>
            </a:solidFill>
            <a:prstDash val="solid"/>
          </a:ln>
        </p:spPr>
      </p:sp>
      <p:sp>
        <p:nvSpPr>
          <p:cNvPr id="34" name="secondary-main-right">
            <a:extLst xmlns:a="http://schemas.openxmlformats.org/drawingml/2006/main">
              <a:ext uri="{FF2B5EF4-FFF2-40B4-BE49-F238E27FC236}">
                <a16:creationId xmlns:a16="http://schemas.microsoft.com/office/drawing/2014/main" id="{8FCB9E3F-041D-4FBB-A6FB-B97C79B1B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29325" y="4972050"/>
            <a:ext cx="666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11111"/>
            </a:solidFill>
            <a:prstDash val="solid"/>
          </a:ln>
        </p:spPr>
      </p:sp>
      <p:sp>
        <p:nvSpPr>
          <p:cNvPr id="35" name="main-right">
            <a:extLst xmlns:a="http://schemas.openxmlformats.org/drawingml/2006/main">
              <a:ext uri="{FF2B5EF4-FFF2-40B4-BE49-F238E27FC236}">
                <a16:creationId xmlns:a16="http://schemas.microsoft.com/office/drawing/2014/main" id="{B82EEF70-51ED-4D87-851F-E811821A9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1775" y="4867275"/>
            <a:ext cx="22860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9525">
            <a:solidFill>
              <a:srgbClr val="111111"/>
            </a:solidFill>
            <a:prstDash val="solid"/>
          </a:ln>
        </p:spPr>
      </p:sp>
      <p:sp>
        <p:nvSpPr>
          <p:cNvPr id="36" name="project-header">
            <a:extLst xmlns:a="http://schemas.openxmlformats.org/drawingml/2006/main">
              <a:ext uri="{FF2B5EF4-FFF2-40B4-BE49-F238E27FC236}">
                <a16:creationId xmlns:a16="http://schemas.microsoft.com/office/drawing/2014/main" id="{29554362-65FB-4122-8A44-C8F2A0C18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" y="171450"/>
            <a:ext cx="92964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11111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875">
                <a:solidFill>
                  <a:srgbClr val="111111"/>
                </a:solidFill>
              </a:defRPr>
            </a:pPr>
            <a:r>
              <a:rPr sz="1875">
                <a:solidFill>
                  <a:srgbClr val="111111"/>
                </a:solidFill>
              </a:rPr>
              <a:t>实验项目模块</a:t>
            </a:r>
            <a:endParaRPr sz="1875">
              <a:solidFill>
                <a:srgbClr val="111111"/>
              </a:solidFill>
            </a:endParaRPr>
          </a:p>
        </p:txBody>
      </p:sp>
      <p:sp>
        <p:nvSpPr>
          <p:cNvPr id="37" name="common-footer">
            <a:extLst xmlns:a="http://schemas.openxmlformats.org/drawingml/2006/main">
              <a:ext uri="{FF2B5EF4-FFF2-40B4-BE49-F238E27FC236}">
                <a16:creationId xmlns:a16="http://schemas.microsoft.com/office/drawing/2014/main" id="{8534214E-B259-4B41-A013-C839A0303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" y="6191250"/>
            <a:ext cx="92964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11111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111111"/>
                </a:solidFill>
              </a:defRPr>
            </a:pPr>
            <a:r>
              <a:rPr sz="1800">
                <a:solidFill>
                  <a:srgbClr val="111111"/>
                </a:solidFill>
              </a:rPr>
              <a:t>两相柜公共模块</a:t>
            </a:r>
            <a:endParaRPr sz="1800">
              <a:solidFill>
                <a:srgbClr val="111111"/>
              </a:solidFill>
            </a:endParaRPr>
          </a:p>
        </p:txBody>
      </p:sp>
      <p:sp>
        <p:nvSpPr>
          <p:cNvPr id="38" name="experiment-unit-group">
            <a:extLst xmlns:a="http://schemas.openxmlformats.org/drawingml/2006/main">
              <a:ext uri="{FF2B5EF4-FFF2-40B4-BE49-F238E27FC236}">
                <a16:creationId xmlns:a16="http://schemas.microsoft.com/office/drawing/2014/main" id="{39546A8D-9DF7-46BA-AD29-0A60835CF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1238250"/>
            <a:ext cx="4572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11111"/>
            </a:solidFill>
            <a:prstDash val="dash"/>
          </a:ln>
        </p:spPr>
      </p:sp>
      <p:sp>
        <p:nvSpPr>
          <p:cNvPr id="39" name="flow-boiling-unit">
            <a:extLst xmlns:a="http://schemas.openxmlformats.org/drawingml/2006/main">
              <a:ext uri="{FF2B5EF4-FFF2-40B4-BE49-F238E27FC236}">
                <a16:creationId xmlns:a16="http://schemas.microsoft.com/office/drawing/2014/main" id="{221013BF-F118-4D80-A116-22F9CA554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409700"/>
            <a:ext cx="1285875" cy="714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11111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200">
                <a:solidFill>
                  <a:srgbClr val="111111"/>
                </a:solidFill>
              </a:defRPr>
            </a:pPr>
            <a:r>
              <a:rPr sz="1200">
                <a:solidFill>
                  <a:srgbClr val="111111"/>
                </a:solidFill>
              </a:rPr>
              <a:t>流动/射流复合</a:t>
            </a:r>
            <a:endParaRPr sz="1200">
              <a:solidFill>
                <a:srgbClr val="111111"/>
              </a:solidFill>
            </a:endParaRPr>
          </a:p>
          <a:p xmlns:a="http://schemas.openxmlformats.org/drawingml/2006/main">
            <a:pPr algn="ctr">
              <a:buNone/>
              <a:defRPr sz="1200">
                <a:solidFill>
                  <a:srgbClr val="111111"/>
                </a:solidFill>
              </a:defRPr>
            </a:pPr>
            <a:r>
              <a:rPr sz="1200">
                <a:solidFill>
                  <a:srgbClr val="111111"/>
                </a:solidFill>
              </a:rPr>
              <a:t>沸腾实验单元</a:t>
            </a:r>
            <a:endParaRPr sz="1200">
              <a:solidFill>
                <a:srgbClr val="111111"/>
              </a:solidFill>
            </a:endParaRPr>
          </a:p>
        </p:txBody>
      </p:sp>
      <p:sp>
        <p:nvSpPr>
          <p:cNvPr id="40" name="pool-boiling-unit">
            <a:extLst xmlns:a="http://schemas.openxmlformats.org/drawingml/2006/main">
              <a:ext uri="{FF2B5EF4-FFF2-40B4-BE49-F238E27FC236}">
                <a16:creationId xmlns:a16="http://schemas.microsoft.com/office/drawing/2014/main" id="{2E22AA41-E462-44F8-83E3-939024A76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38575" y="1381125"/>
            <a:ext cx="12573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11111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275">
                <a:solidFill>
                  <a:srgbClr val="111111"/>
                </a:solidFill>
              </a:defRPr>
            </a:pPr>
            <a:r>
              <a:rPr sz="1275">
                <a:solidFill>
                  <a:srgbClr val="111111"/>
                </a:solidFill>
              </a:rPr>
              <a:t>池沸腾</a:t>
            </a:r>
            <a:endParaRPr sz="1275">
              <a:solidFill>
                <a:srgbClr val="111111"/>
              </a:solidFill>
            </a:endParaRPr>
          </a:p>
          <a:p xmlns:a="http://schemas.openxmlformats.org/drawingml/2006/main">
            <a:pPr algn="ctr">
              <a:buNone/>
              <a:defRPr sz="1275">
                <a:solidFill>
                  <a:srgbClr val="111111"/>
                </a:solidFill>
              </a:defRPr>
            </a:pPr>
            <a:r>
              <a:rPr sz="1275">
                <a:solidFill>
                  <a:srgbClr val="111111"/>
                </a:solidFill>
              </a:rPr>
              <a:t>实验单元</a:t>
            </a:r>
            <a:endParaRPr sz="1275">
              <a:solidFill>
                <a:srgbClr val="111111"/>
              </a:solidFill>
            </a:endParaRPr>
          </a:p>
        </p:txBody>
      </p:sp>
      <p:sp>
        <p:nvSpPr>
          <p:cNvPr id="41" name="flow-boiling-device">
            <a:extLst xmlns:a="http://schemas.openxmlformats.org/drawingml/2006/main">
              <a:ext uri="{FF2B5EF4-FFF2-40B4-BE49-F238E27FC236}">
                <a16:creationId xmlns:a16="http://schemas.microsoft.com/office/drawing/2014/main" id="{14466F24-1558-4636-B224-3B2F2E835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" y="2619375"/>
            <a:ext cx="1257300" cy="695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11111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200">
                <a:solidFill>
                  <a:srgbClr val="111111"/>
                </a:solidFill>
              </a:defRPr>
            </a:pPr>
            <a:r>
              <a:rPr sz="1200">
                <a:solidFill>
                  <a:srgbClr val="111111"/>
                </a:solidFill>
              </a:rPr>
              <a:t>流动/射流复合</a:t>
            </a:r>
            <a:endParaRPr sz="1200">
              <a:solidFill>
                <a:srgbClr val="111111"/>
              </a:solidFill>
            </a:endParaRPr>
          </a:p>
          <a:p xmlns:a="http://schemas.openxmlformats.org/drawingml/2006/main">
            <a:pPr algn="ctr">
              <a:buNone/>
              <a:defRPr sz="1200">
                <a:solidFill>
                  <a:srgbClr val="111111"/>
                </a:solidFill>
              </a:defRPr>
            </a:pPr>
            <a:r>
              <a:rPr sz="1200">
                <a:solidFill>
                  <a:srgbClr val="111111"/>
                </a:solidFill>
              </a:rPr>
              <a:t>沸腾实验装置</a:t>
            </a:r>
            <a:endParaRPr sz="1200">
              <a:solidFill>
                <a:srgbClr val="111111"/>
              </a:solidFill>
            </a:endParaRPr>
          </a:p>
        </p:txBody>
      </p:sp>
      <p:sp>
        <p:nvSpPr>
          <p:cNvPr id="42" name="flow-heat-device">
            <a:extLst xmlns:a="http://schemas.openxmlformats.org/drawingml/2006/main">
              <a:ext uri="{FF2B5EF4-FFF2-40B4-BE49-F238E27FC236}">
                <a16:creationId xmlns:a16="http://schemas.microsoft.com/office/drawing/2014/main" id="{D78E61AA-0D95-4A9C-8F11-C9B4E043C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619375"/>
            <a:ext cx="1257300" cy="695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11111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200">
                <a:solidFill>
                  <a:srgbClr val="111111"/>
                </a:solidFill>
              </a:defRPr>
            </a:pPr>
            <a:r>
              <a:rPr sz="1200">
                <a:solidFill>
                  <a:srgbClr val="111111"/>
                </a:solidFill>
              </a:rPr>
              <a:t>流动/射流复合</a:t>
            </a:r>
            <a:endParaRPr sz="1200">
              <a:solidFill>
                <a:srgbClr val="111111"/>
              </a:solidFill>
            </a:endParaRPr>
          </a:p>
          <a:p xmlns:a="http://schemas.openxmlformats.org/drawingml/2006/main">
            <a:pPr algn="ctr">
              <a:buNone/>
              <a:defRPr sz="1200">
                <a:solidFill>
                  <a:srgbClr val="111111"/>
                </a:solidFill>
              </a:defRPr>
            </a:pPr>
            <a:r>
              <a:rPr sz="1200">
                <a:solidFill>
                  <a:srgbClr val="111111"/>
                </a:solidFill>
              </a:rPr>
              <a:t>沸腾散热装置</a:t>
            </a:r>
            <a:endParaRPr sz="1200">
              <a:solidFill>
                <a:srgbClr val="111111"/>
              </a:solidFill>
            </a:endParaRPr>
          </a:p>
        </p:txBody>
      </p:sp>
      <p:sp>
        <p:nvSpPr>
          <p:cNvPr id="43" name="pool-device">
            <a:extLst xmlns:a="http://schemas.openxmlformats.org/drawingml/2006/main">
              <a:ext uri="{FF2B5EF4-FFF2-40B4-BE49-F238E27FC236}">
                <a16:creationId xmlns:a16="http://schemas.microsoft.com/office/drawing/2014/main" id="{D82E5754-E6CE-4032-A7CF-1610443B4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33725" y="2619375"/>
            <a:ext cx="1257300" cy="695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11111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275">
                <a:solidFill>
                  <a:srgbClr val="111111"/>
                </a:solidFill>
              </a:defRPr>
            </a:pPr>
            <a:r>
              <a:rPr sz="1275">
                <a:solidFill>
                  <a:srgbClr val="111111"/>
                </a:solidFill>
              </a:rPr>
              <a:t>池沸腾</a:t>
            </a:r>
            <a:endParaRPr sz="1275">
              <a:solidFill>
                <a:srgbClr val="111111"/>
              </a:solidFill>
            </a:endParaRPr>
          </a:p>
          <a:p xmlns:a="http://schemas.openxmlformats.org/drawingml/2006/main">
            <a:pPr algn="ctr">
              <a:buNone/>
              <a:defRPr sz="1275">
                <a:solidFill>
                  <a:srgbClr val="111111"/>
                </a:solidFill>
              </a:defRPr>
            </a:pPr>
            <a:r>
              <a:rPr sz="1275">
                <a:solidFill>
                  <a:srgbClr val="111111"/>
                </a:solidFill>
              </a:rPr>
              <a:t>实验装置</a:t>
            </a:r>
            <a:endParaRPr sz="1275">
              <a:solidFill>
                <a:srgbClr val="111111"/>
              </a:solidFill>
            </a:endParaRPr>
          </a:p>
        </p:txBody>
      </p:sp>
      <p:sp>
        <p:nvSpPr>
          <p:cNvPr id="44" name="pool-heat-device">
            <a:extLst xmlns:a="http://schemas.openxmlformats.org/drawingml/2006/main">
              <a:ext uri="{FF2B5EF4-FFF2-40B4-BE49-F238E27FC236}">
                <a16:creationId xmlns:a16="http://schemas.microsoft.com/office/drawing/2014/main" id="{9E64F2D2-3C43-4869-AC62-259E9B058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5325" y="2619375"/>
            <a:ext cx="1257300" cy="695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11111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275">
                <a:solidFill>
                  <a:srgbClr val="111111"/>
                </a:solidFill>
              </a:defRPr>
            </a:pPr>
            <a:r>
              <a:rPr sz="1275">
                <a:solidFill>
                  <a:srgbClr val="111111"/>
                </a:solidFill>
              </a:rPr>
              <a:t>池沸腾</a:t>
            </a:r>
            <a:endParaRPr sz="1275">
              <a:solidFill>
                <a:srgbClr val="111111"/>
              </a:solidFill>
            </a:endParaRPr>
          </a:p>
          <a:p xmlns:a="http://schemas.openxmlformats.org/drawingml/2006/main">
            <a:pPr algn="ctr">
              <a:buNone/>
              <a:defRPr sz="1275">
                <a:solidFill>
                  <a:srgbClr val="111111"/>
                </a:solidFill>
              </a:defRPr>
            </a:pPr>
            <a:r>
              <a:rPr sz="1275">
                <a:solidFill>
                  <a:srgbClr val="111111"/>
                </a:solidFill>
              </a:rPr>
              <a:t>散热装置</a:t>
            </a:r>
            <a:endParaRPr sz="1275">
              <a:solidFill>
                <a:srgbClr val="111111"/>
              </a:solidFill>
            </a:endParaRPr>
          </a:p>
        </p:txBody>
      </p:sp>
      <p:sp>
        <p:nvSpPr>
          <p:cNvPr id="45" name="large-flow-module">
            <a:extLst xmlns:a="http://schemas.openxmlformats.org/drawingml/2006/main">
              <a:ext uri="{FF2B5EF4-FFF2-40B4-BE49-F238E27FC236}">
                <a16:creationId xmlns:a16="http://schemas.microsoft.com/office/drawing/2014/main" id="{298C4602-B28E-4F95-ADCB-41E497D27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" y="3781425"/>
            <a:ext cx="1257300" cy="695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11111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275">
                <a:solidFill>
                  <a:srgbClr val="111111"/>
                </a:solidFill>
              </a:defRPr>
            </a:pPr>
            <a:r>
              <a:rPr sz="1275">
                <a:solidFill>
                  <a:srgbClr val="111111"/>
                </a:solidFill>
              </a:rPr>
              <a:t>大流量</a:t>
            </a:r>
            <a:endParaRPr sz="1275">
              <a:solidFill>
                <a:srgbClr val="111111"/>
              </a:solidFill>
            </a:endParaRPr>
          </a:p>
          <a:p xmlns:a="http://schemas.openxmlformats.org/drawingml/2006/main">
            <a:pPr algn="ctr">
              <a:buNone/>
              <a:defRPr sz="1275">
                <a:solidFill>
                  <a:srgbClr val="111111"/>
                </a:solidFill>
              </a:defRPr>
            </a:pPr>
            <a:r>
              <a:rPr sz="1275">
                <a:solidFill>
                  <a:srgbClr val="111111"/>
                </a:solidFill>
              </a:rPr>
              <a:t>供液模块</a:t>
            </a:r>
            <a:endParaRPr sz="1275">
              <a:solidFill>
                <a:srgbClr val="111111"/>
              </a:solidFill>
            </a:endParaRPr>
          </a:p>
        </p:txBody>
      </p:sp>
      <p:sp>
        <p:nvSpPr>
          <p:cNvPr id="46" name="cooling-device">
            <a:extLst xmlns:a="http://schemas.openxmlformats.org/drawingml/2006/main">
              <a:ext uri="{FF2B5EF4-FFF2-40B4-BE49-F238E27FC236}">
                <a16:creationId xmlns:a16="http://schemas.microsoft.com/office/drawing/2014/main" id="{5D805AC3-0EF6-4FC1-8C21-57BB4A882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781425"/>
            <a:ext cx="1257300" cy="695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11111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200">
                <a:solidFill>
                  <a:srgbClr val="111111"/>
                </a:solidFill>
              </a:defRPr>
            </a:pPr>
            <a:r>
              <a:rPr sz="1200">
                <a:solidFill>
                  <a:srgbClr val="111111"/>
                </a:solidFill>
              </a:rPr>
              <a:t>大流量供液</a:t>
            </a:r>
            <a:endParaRPr sz="1200">
              <a:solidFill>
                <a:srgbClr val="111111"/>
              </a:solidFill>
            </a:endParaRPr>
          </a:p>
          <a:p xmlns:a="http://schemas.openxmlformats.org/drawingml/2006/main">
            <a:pPr algn="ctr">
              <a:buNone/>
              <a:defRPr sz="1200">
                <a:solidFill>
                  <a:srgbClr val="111111"/>
                </a:solidFill>
              </a:defRPr>
            </a:pPr>
            <a:r>
              <a:rPr sz="1200">
                <a:solidFill>
                  <a:srgbClr val="111111"/>
                </a:solidFill>
              </a:rPr>
              <a:t>冷却装置</a:t>
            </a:r>
            <a:endParaRPr sz="1200">
              <a:solidFill>
                <a:srgbClr val="111111"/>
              </a:solidFill>
            </a:endParaRPr>
          </a:p>
        </p:txBody>
      </p:sp>
      <p:sp>
        <p:nvSpPr>
          <p:cNvPr id="47" name="small-flow-module">
            <a:extLst xmlns:a="http://schemas.openxmlformats.org/drawingml/2006/main">
              <a:ext uri="{FF2B5EF4-FFF2-40B4-BE49-F238E27FC236}">
                <a16:creationId xmlns:a16="http://schemas.microsoft.com/office/drawing/2014/main" id="{E02FD0FB-BA33-4614-932E-F4D690B2D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5325" y="3781425"/>
            <a:ext cx="1257300" cy="695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11111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275">
                <a:solidFill>
                  <a:srgbClr val="111111"/>
                </a:solidFill>
              </a:defRPr>
            </a:pPr>
            <a:r>
              <a:rPr sz="1275">
                <a:solidFill>
                  <a:srgbClr val="111111"/>
                </a:solidFill>
              </a:rPr>
              <a:t>小流量</a:t>
            </a:r>
            <a:endParaRPr sz="1275">
              <a:solidFill>
                <a:srgbClr val="111111"/>
              </a:solidFill>
            </a:endParaRPr>
          </a:p>
          <a:p xmlns:a="http://schemas.openxmlformats.org/drawingml/2006/main">
            <a:pPr algn="ctr">
              <a:buNone/>
              <a:defRPr sz="1275">
                <a:solidFill>
                  <a:srgbClr val="111111"/>
                </a:solidFill>
              </a:defRPr>
            </a:pPr>
            <a:r>
              <a:rPr sz="1275">
                <a:solidFill>
                  <a:srgbClr val="111111"/>
                </a:solidFill>
              </a:rPr>
              <a:t>供液模块</a:t>
            </a:r>
            <a:endParaRPr sz="1275">
              <a:solidFill>
                <a:srgbClr val="111111"/>
              </a:solidFill>
            </a:endParaRPr>
          </a:p>
        </p:txBody>
      </p:sp>
      <p:sp>
        <p:nvSpPr>
          <p:cNvPr id="48" name="micro-ccd">
            <a:extLst xmlns:a="http://schemas.openxmlformats.org/drawingml/2006/main">
              <a:ext uri="{FF2B5EF4-FFF2-40B4-BE49-F238E27FC236}">
                <a16:creationId xmlns:a16="http://schemas.microsoft.com/office/drawing/2014/main" id="{23C38BEA-B56B-4E9F-B0F7-B7326B21D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762500"/>
            <a:ext cx="895350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11111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275">
                <a:solidFill>
                  <a:srgbClr val="111111"/>
                </a:solidFill>
              </a:defRPr>
            </a:pPr>
            <a:r>
              <a:rPr sz="1275">
                <a:solidFill>
                  <a:srgbClr val="111111"/>
                </a:solidFill>
              </a:rPr>
              <a:t>细观CCD</a:t>
            </a:r>
            <a:endParaRPr sz="1275">
              <a:solidFill>
                <a:srgbClr val="111111"/>
              </a:solidFill>
            </a:endParaRPr>
          </a:p>
        </p:txBody>
      </p:sp>
      <p:sp>
        <p:nvSpPr>
          <p:cNvPr id="49" name="high-speed-ccd">
            <a:extLst xmlns:a="http://schemas.openxmlformats.org/drawingml/2006/main">
              <a:ext uri="{FF2B5EF4-FFF2-40B4-BE49-F238E27FC236}">
                <a16:creationId xmlns:a16="http://schemas.microsoft.com/office/drawing/2014/main" id="{52936A50-626F-48B0-8CB6-536BD2FFF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05175" y="4762500"/>
            <a:ext cx="895350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11111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275">
                <a:solidFill>
                  <a:srgbClr val="111111"/>
                </a:solidFill>
              </a:defRPr>
            </a:pPr>
            <a:r>
              <a:rPr sz="1275">
                <a:solidFill>
                  <a:srgbClr val="111111"/>
                </a:solidFill>
              </a:rPr>
              <a:t>高速CCD</a:t>
            </a:r>
            <a:endParaRPr sz="1275">
              <a:solidFill>
                <a:srgbClr val="111111"/>
              </a:solidFill>
            </a:endParaRPr>
          </a:p>
        </p:txBody>
      </p:sp>
      <p:sp>
        <p:nvSpPr>
          <p:cNvPr id="50" name="hv-converter">
            <a:extLst xmlns:a="http://schemas.openxmlformats.org/drawingml/2006/main">
              <a:ext uri="{FF2B5EF4-FFF2-40B4-BE49-F238E27FC236}">
                <a16:creationId xmlns:a16="http://schemas.microsoft.com/office/drawing/2014/main" id="{BC11A70A-A297-499F-A3EA-768AECCE1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1381125"/>
            <a:ext cx="12573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11111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275">
                <a:solidFill>
                  <a:srgbClr val="111111"/>
                </a:solidFill>
              </a:defRPr>
            </a:pPr>
            <a:r>
              <a:rPr sz="1275">
                <a:solidFill>
                  <a:srgbClr val="111111"/>
                </a:solidFill>
              </a:rPr>
              <a:t>高压电</a:t>
            </a:r>
            <a:endParaRPr sz="1275">
              <a:solidFill>
                <a:srgbClr val="111111"/>
              </a:solidFill>
            </a:endParaRPr>
          </a:p>
          <a:p xmlns:a="http://schemas.openxmlformats.org/drawingml/2006/main">
            <a:pPr algn="ctr">
              <a:buNone/>
              <a:defRPr sz="1275">
                <a:solidFill>
                  <a:srgbClr val="111111"/>
                </a:solidFill>
              </a:defRPr>
            </a:pPr>
            <a:r>
              <a:rPr sz="1275">
                <a:solidFill>
                  <a:srgbClr val="111111"/>
                </a:solidFill>
              </a:rPr>
              <a:t>转换装置</a:t>
            </a:r>
            <a:endParaRPr sz="1275">
              <a:solidFill>
                <a:srgbClr val="111111"/>
              </a:solidFill>
            </a:endParaRPr>
          </a:p>
        </p:txBody>
      </p:sp>
      <p:sp>
        <p:nvSpPr>
          <p:cNvPr id="51" name="measure-control">
            <a:extLst xmlns:a="http://schemas.openxmlformats.org/drawingml/2006/main">
              <a:ext uri="{FF2B5EF4-FFF2-40B4-BE49-F238E27FC236}">
                <a16:creationId xmlns:a16="http://schemas.microsoft.com/office/drawing/2014/main" id="{E0BEDADF-A01A-4407-A744-6C8B8EE64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1381125"/>
            <a:ext cx="11620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11111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200">
                <a:solidFill>
                  <a:srgbClr val="111111"/>
                </a:solidFill>
              </a:defRPr>
            </a:pPr>
            <a:r>
              <a:rPr sz="1200">
                <a:solidFill>
                  <a:srgbClr val="111111"/>
                </a:solidFill>
              </a:rPr>
              <a:t>测量/控制模块</a:t>
            </a:r>
            <a:endParaRPr sz="1200">
              <a:solidFill>
                <a:srgbClr val="111111"/>
              </a:solidFill>
            </a:endParaRPr>
          </a:p>
        </p:txBody>
      </p:sp>
      <p:sp>
        <p:nvSpPr>
          <p:cNvPr id="52" name="secondary-controller">
            <a:extLst xmlns:a="http://schemas.openxmlformats.org/drawingml/2006/main">
              <a:ext uri="{FF2B5EF4-FFF2-40B4-BE49-F238E27FC236}">
                <a16:creationId xmlns:a16="http://schemas.microsoft.com/office/drawing/2014/main" id="{7153C4CE-9F1C-4CBD-B295-CCDA86969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381250"/>
            <a:ext cx="11620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11111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200">
                <a:solidFill>
                  <a:srgbClr val="111111"/>
                </a:solidFill>
              </a:defRPr>
            </a:pPr>
            <a:r>
              <a:rPr sz="1200">
                <a:solidFill>
                  <a:srgbClr val="111111"/>
                </a:solidFill>
              </a:rPr>
              <a:t>次级控制器</a:t>
            </a:r>
            <a:endParaRPr sz="1200">
              <a:solidFill>
                <a:srgbClr val="111111"/>
              </a:solidFill>
            </a:endParaRPr>
          </a:p>
          <a:p xmlns:a="http://schemas.openxmlformats.org/drawingml/2006/main">
            <a:pPr algn="ctr">
              <a:buNone/>
              <a:defRPr sz="1200">
                <a:solidFill>
                  <a:srgbClr val="111111"/>
                </a:solidFill>
              </a:defRPr>
            </a:pPr>
            <a:r>
              <a:rPr sz="1200">
                <a:solidFill>
                  <a:srgbClr val="111111"/>
                </a:solidFill>
              </a:rPr>
              <a:t>（电控盒）</a:t>
            </a:r>
            <a:endParaRPr sz="1200">
              <a:solidFill>
                <a:srgbClr val="111111"/>
              </a:solidFill>
            </a:endParaRPr>
          </a:p>
        </p:txBody>
      </p:sp>
      <p:sp>
        <p:nvSpPr>
          <p:cNvPr id="53" name="sensor-flowmeter">
            <a:extLst xmlns:a="http://schemas.openxmlformats.org/drawingml/2006/main">
              <a:ext uri="{FF2B5EF4-FFF2-40B4-BE49-F238E27FC236}">
                <a16:creationId xmlns:a16="http://schemas.microsoft.com/office/drawing/2014/main" id="{817B53DB-084A-431B-A5E7-D5CAE240B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476625"/>
            <a:ext cx="857250" cy="695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11111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200">
                <a:solidFill>
                  <a:srgbClr val="111111"/>
                </a:solidFill>
              </a:defRPr>
            </a:pPr>
            <a:r>
              <a:rPr sz="1200">
                <a:solidFill>
                  <a:srgbClr val="111111"/>
                </a:solidFill>
              </a:rPr>
              <a:t>传感器/</a:t>
            </a:r>
            <a:endParaRPr sz="1200">
              <a:solidFill>
                <a:srgbClr val="111111"/>
              </a:solidFill>
            </a:endParaRPr>
          </a:p>
          <a:p xmlns:a="http://schemas.openxmlformats.org/drawingml/2006/main">
            <a:pPr algn="ctr">
              <a:buNone/>
              <a:defRPr sz="1200">
                <a:solidFill>
                  <a:srgbClr val="111111"/>
                </a:solidFill>
              </a:defRPr>
            </a:pPr>
            <a:r>
              <a:rPr sz="1200">
                <a:solidFill>
                  <a:srgbClr val="111111"/>
                </a:solidFill>
              </a:rPr>
              <a:t>流量计</a:t>
            </a:r>
            <a:endParaRPr sz="1200">
              <a:solidFill>
                <a:srgbClr val="111111"/>
              </a:solidFill>
            </a:endParaRPr>
          </a:p>
        </p:txBody>
      </p:sp>
      <p:sp>
        <p:nvSpPr>
          <p:cNvPr id="54" name="solenoid-valve">
            <a:extLst xmlns:a="http://schemas.openxmlformats.org/drawingml/2006/main">
              <a:ext uri="{FF2B5EF4-FFF2-40B4-BE49-F238E27FC236}">
                <a16:creationId xmlns:a16="http://schemas.microsoft.com/office/drawing/2014/main" id="{100222CB-ABA4-431D-959D-AA0A27C1B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3476625"/>
            <a:ext cx="857250" cy="695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11111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200">
                <a:solidFill>
                  <a:srgbClr val="111111"/>
                </a:solidFill>
              </a:defRPr>
            </a:pPr>
            <a:r>
              <a:rPr sz="1200">
                <a:solidFill>
                  <a:srgbClr val="111111"/>
                </a:solidFill>
              </a:rPr>
              <a:t>电磁阀门</a:t>
            </a:r>
            <a:endParaRPr sz="1200">
              <a:solidFill>
                <a:srgbClr val="111111"/>
              </a:solidFill>
            </a:endParaRPr>
          </a:p>
        </p:txBody>
      </p:sp>
      <p:sp>
        <p:nvSpPr>
          <p:cNvPr id="55" name="main-controller">
            <a:extLst xmlns:a="http://schemas.openxmlformats.org/drawingml/2006/main">
              <a:ext uri="{FF2B5EF4-FFF2-40B4-BE49-F238E27FC236}">
                <a16:creationId xmlns:a16="http://schemas.microsoft.com/office/drawing/2014/main" id="{877793AF-D0CE-4492-B145-049FBD798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6075" y="4762500"/>
            <a:ext cx="876300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11111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275">
                <a:solidFill>
                  <a:srgbClr val="111111"/>
                </a:solidFill>
              </a:defRPr>
            </a:pPr>
            <a:r>
              <a:rPr sz="1275">
                <a:solidFill>
                  <a:srgbClr val="111111"/>
                </a:solidFill>
              </a:rPr>
              <a:t>主控制器</a:t>
            </a:r>
            <a:endParaRPr sz="1275">
              <a:solidFill>
                <a:srgbClr val="111111"/>
              </a:solidFill>
            </a:endParaRPr>
          </a:p>
        </p:txBody>
      </p:sp>
      <p:sp>
        <p:nvSpPr>
          <p:cNvPr id="56" name="controlled-heat">
            <a:extLst xmlns:a="http://schemas.openxmlformats.org/drawingml/2006/main">
              <a:ext uri="{FF2B5EF4-FFF2-40B4-BE49-F238E27FC236}">
                <a16:creationId xmlns:a16="http://schemas.microsoft.com/office/drawing/2014/main" id="{4EDBC1D1-C6A7-48A5-B81C-897414AA9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01025" y="2381250"/>
            <a:ext cx="11620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11111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200">
                <a:solidFill>
                  <a:srgbClr val="111111"/>
                </a:solidFill>
              </a:defRPr>
            </a:pPr>
            <a:r>
              <a:rPr sz="1200">
                <a:solidFill>
                  <a:srgbClr val="111111"/>
                </a:solidFill>
              </a:rPr>
              <a:t>电控盒</a:t>
            </a:r>
            <a:endParaRPr sz="1200">
              <a:solidFill>
                <a:srgbClr val="111111"/>
              </a:solidFill>
            </a:endParaRPr>
          </a:p>
          <a:p xmlns:a="http://schemas.openxmlformats.org/drawingml/2006/main">
            <a:pPr algn="ctr">
              <a:buNone/>
              <a:defRPr sz="1200">
                <a:solidFill>
                  <a:srgbClr val="111111"/>
                </a:solidFill>
              </a:defRPr>
            </a:pPr>
            <a:r>
              <a:rPr sz="1200">
                <a:solidFill>
                  <a:srgbClr val="111111"/>
                </a:solidFill>
              </a:rPr>
              <a:t>散热结构</a:t>
            </a:r>
            <a:endParaRPr sz="1200">
              <a:solidFill>
                <a:srgbClr val="111111"/>
              </a:solidFill>
            </a:endParaRPr>
          </a:p>
        </p:txBody>
      </p:sp>
      <p:sp>
        <p:nvSpPr>
          <p:cNvPr id="57" name="fan-module">
            <a:extLst xmlns:a="http://schemas.openxmlformats.org/drawingml/2006/main">
              <a:ext uri="{FF2B5EF4-FFF2-40B4-BE49-F238E27FC236}">
                <a16:creationId xmlns:a16="http://schemas.microsoft.com/office/drawing/2014/main" id="{0E1381A6-50C5-4E85-B6E1-F2FC2E1F1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01025" y="3781425"/>
            <a:ext cx="1162050" cy="695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11111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275">
                <a:solidFill>
                  <a:srgbClr val="111111"/>
                </a:solidFill>
              </a:defRPr>
            </a:pPr>
            <a:r>
              <a:rPr sz="1275">
                <a:solidFill>
                  <a:srgbClr val="111111"/>
                </a:solidFill>
              </a:rPr>
              <a:t>风冷模块</a:t>
            </a:r>
            <a:endParaRPr sz="1275">
              <a:solidFill>
                <a:srgbClr val="11111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5679288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5" name="main-to-box-line">
            <a:extLst xmlns:a="http://schemas.openxmlformats.org/drawingml/2006/main">
              <a:ext uri="{FF2B5EF4-FFF2-40B4-BE49-F238E27FC236}">
                <a16:creationId xmlns:a16="http://schemas.microsoft.com/office/drawing/2014/main" id="{32810A23-23C0-44D6-940F-4859D5C51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314450"/>
            <a:ext cx="0" cy="5905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111111"/>
            </a:solidFill>
            <a:prstDash val="solid"/>
          </a:ln>
        </p:spPr>
      </p:sp>
      <p:sp>
        <p:nvSpPr>
          <p:cNvPr id="2" name="main-down-arrow">
            <a:extLst xmlns:a="http://schemas.openxmlformats.org/drawingml/2006/main">
              <a:ext uri="{FF2B5EF4-FFF2-40B4-BE49-F238E27FC236}">
                <a16:creationId xmlns:a16="http://schemas.microsoft.com/office/drawing/2014/main" id="{AB491DB8-1FEA-4235-8942-78F70415A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1685925"/>
            <a:ext cx="228600" cy="26670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9525">
            <a:solidFill>
              <a:srgbClr val="111111"/>
            </a:solidFill>
            <a:prstDash val="solid"/>
          </a:ln>
        </p:spPr>
      </p:sp>
      <p:sp>
        <p:nvSpPr>
          <p:cNvPr id="3" name="main-up-arrow">
            <a:extLst xmlns:a="http://schemas.openxmlformats.org/drawingml/2006/main">
              <a:ext uri="{FF2B5EF4-FFF2-40B4-BE49-F238E27FC236}">
                <a16:creationId xmlns:a16="http://schemas.microsoft.com/office/drawing/2014/main" id="{05578291-CD6D-452A-B2AD-B3504EED9F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1257300"/>
            <a:ext cx="228600" cy="266700"/>
          </a:xfrm>
          <a:prstGeom xmlns:a="http://schemas.openxmlformats.org/drawingml/2006/main" prst="upArrow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9525">
            <a:solidFill>
              <a:srgbClr val="111111"/>
            </a:solidFill>
            <a:prstDash val="solid"/>
          </a:ln>
        </p:spPr>
      </p:sp>
      <p:sp>
        <p:nvSpPr>
          <p:cNvPr id="4" name="control-box-stem">
            <a:extLst xmlns:a="http://schemas.openxmlformats.org/drawingml/2006/main">
              <a:ext uri="{FF2B5EF4-FFF2-40B4-BE49-F238E27FC236}">
                <a16:creationId xmlns:a16="http://schemas.microsoft.com/office/drawing/2014/main" id="{0995095A-DF67-432E-8C80-387A3FC43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571750"/>
            <a:ext cx="0" cy="3619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111111"/>
            </a:solidFill>
            <a:prstDash val="solid"/>
          </a:ln>
        </p:spPr>
      </p:sp>
      <p:sp>
        <p:nvSpPr>
          <p:cNvPr id="5" name="control-bus">
            <a:extLst xmlns:a="http://schemas.openxmlformats.org/drawingml/2006/main">
              <a:ext uri="{FF2B5EF4-FFF2-40B4-BE49-F238E27FC236}">
                <a16:creationId xmlns:a16="http://schemas.microsoft.com/office/drawing/2014/main" id="{2C8CAC27-023A-44D5-AC8C-35A78F2F2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2933700"/>
            <a:ext cx="25241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111111"/>
            </a:solidFill>
            <a:prstDash val="solid"/>
          </a:ln>
        </p:spPr>
      </p:sp>
      <p:sp>
        <p:nvSpPr>
          <p:cNvPr id="6" name="control-left-drop">
            <a:extLst xmlns:a="http://schemas.openxmlformats.org/drawingml/2006/main">
              <a:ext uri="{FF2B5EF4-FFF2-40B4-BE49-F238E27FC236}">
                <a16:creationId xmlns:a16="http://schemas.microsoft.com/office/drawing/2014/main" id="{76582CBB-69A4-47EC-ADAA-10CEA0460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2933700"/>
            <a:ext cx="0" cy="2952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111111"/>
            </a:solidFill>
            <a:prstDash val="solid"/>
          </a:ln>
        </p:spPr>
      </p:sp>
      <p:sp>
        <p:nvSpPr>
          <p:cNvPr id="7" name="control-right-drop">
            <a:extLst xmlns:a="http://schemas.openxmlformats.org/drawingml/2006/main">
              <a:ext uri="{FF2B5EF4-FFF2-40B4-BE49-F238E27FC236}">
                <a16:creationId xmlns:a16="http://schemas.microsoft.com/office/drawing/2014/main" id="{E5EF5818-A3B3-418F-8B52-017BCCADA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1">
            <a:off x="4763135" y="2893695"/>
            <a:ext cx="14605" cy="4000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111111"/>
            </a:solidFill>
            <a:prstDash val="solid"/>
          </a:ln>
        </p:spPr>
      </p:sp>
      <p:sp>
        <p:nvSpPr>
          <p:cNvPr id="8" name="control-left-corner">
            <a:extLst xmlns:a="http://schemas.openxmlformats.org/drawingml/2006/main">
              <a:ext uri="{FF2B5EF4-FFF2-40B4-BE49-F238E27FC236}">
                <a16:creationId xmlns:a16="http://schemas.microsoft.com/office/drawing/2014/main" id="{B950F6F6-10BE-4800-BA04-BC8767E42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24075" y="3086100"/>
            <a:ext cx="228600" cy="26670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9525">
            <a:solidFill>
              <a:srgbClr val="111111"/>
            </a:solidFill>
            <a:prstDash val="solid"/>
          </a:ln>
        </p:spPr>
      </p:sp>
      <p:sp>
        <p:nvSpPr>
          <p:cNvPr id="9" name="control-group-top">
            <a:extLst xmlns:a="http://schemas.openxmlformats.org/drawingml/2006/main">
              <a:ext uri="{FF2B5EF4-FFF2-40B4-BE49-F238E27FC236}">
                <a16:creationId xmlns:a16="http://schemas.microsoft.com/office/drawing/2014/main" id="{F9C1822E-63A1-4E67-9A89-B1653BC49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219450"/>
            <a:ext cx="3048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111111"/>
            </a:solidFill>
            <a:prstDash val="solid"/>
          </a:ln>
        </p:spPr>
      </p:sp>
      <p:sp>
        <p:nvSpPr>
          <p:cNvPr id="10" name="control-group-left">
            <a:extLst xmlns:a="http://schemas.openxmlformats.org/drawingml/2006/main">
              <a:ext uri="{FF2B5EF4-FFF2-40B4-BE49-F238E27FC236}">
                <a16:creationId xmlns:a16="http://schemas.microsoft.com/office/drawing/2014/main" id="{09732385-29E2-4B72-BE20-78EEF652D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219450"/>
            <a:ext cx="0" cy="190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111111"/>
            </a:solidFill>
            <a:prstDash val="solid"/>
          </a:ln>
        </p:spPr>
      </p:sp>
      <p:sp>
        <p:nvSpPr>
          <p:cNvPr id="11" name="control-group-right">
            <a:extLst xmlns:a="http://schemas.openxmlformats.org/drawingml/2006/main">
              <a:ext uri="{FF2B5EF4-FFF2-40B4-BE49-F238E27FC236}">
                <a16:creationId xmlns:a16="http://schemas.microsoft.com/office/drawing/2014/main" id="{67C97631-C92B-4D21-82AC-55B192800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3219450"/>
            <a:ext cx="0" cy="190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111111"/>
            </a:solidFill>
            <a:prstDash val="solid"/>
          </a:ln>
        </p:spPr>
      </p:sp>
      <p:sp>
        <p:nvSpPr>
          <p:cNvPr id="12" name="heater-command">
            <a:extLst xmlns:a="http://schemas.openxmlformats.org/drawingml/2006/main">
              <a:ext uri="{FF2B5EF4-FFF2-40B4-BE49-F238E27FC236}">
                <a16:creationId xmlns:a16="http://schemas.microsoft.com/office/drawing/2014/main" id="{BEDEA33A-7C2C-45CF-8643-5250602B6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00500"/>
            <a:ext cx="0" cy="3429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111111"/>
            </a:solidFill>
            <a:prstDash val="solid"/>
          </a:ln>
        </p:spPr>
      </p:sp>
      <p:sp>
        <p:nvSpPr>
          <p:cNvPr id="13" name="heater-command-arrow">
            <a:extLst xmlns:a="http://schemas.openxmlformats.org/drawingml/2006/main">
              <a:ext uri="{FF2B5EF4-FFF2-40B4-BE49-F238E27FC236}">
                <a16:creationId xmlns:a16="http://schemas.microsoft.com/office/drawing/2014/main" id="{E2B230EA-1348-4EEF-97F3-827914EBC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19575"/>
            <a:ext cx="228600" cy="26670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9525">
            <a:solidFill>
              <a:srgbClr val="111111"/>
            </a:solidFill>
            <a:prstDash val="solid"/>
          </a:ln>
        </p:spPr>
      </p:sp>
      <p:sp>
        <p:nvSpPr>
          <p:cNvPr id="14" name="hv-command">
            <a:extLst xmlns:a="http://schemas.openxmlformats.org/drawingml/2006/main">
              <a:ext uri="{FF2B5EF4-FFF2-40B4-BE49-F238E27FC236}">
                <a16:creationId xmlns:a16="http://schemas.microsoft.com/office/drawing/2014/main" id="{F493048A-7FA8-496B-A853-39CDB03A4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4000500"/>
            <a:ext cx="0" cy="3429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111111"/>
            </a:solidFill>
            <a:prstDash val="solid"/>
          </a:ln>
        </p:spPr>
      </p:sp>
      <p:sp>
        <p:nvSpPr>
          <p:cNvPr id="15" name="hv-command-arrow">
            <a:extLst xmlns:a="http://schemas.openxmlformats.org/drawingml/2006/main">
              <a:ext uri="{FF2B5EF4-FFF2-40B4-BE49-F238E27FC236}">
                <a16:creationId xmlns:a16="http://schemas.microsoft.com/office/drawing/2014/main" id="{9468DDA4-BB70-409E-8CA7-00D0462B1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219575"/>
            <a:ext cx="228600" cy="26670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9525">
            <a:solidFill>
              <a:srgbClr val="111111"/>
            </a:solidFill>
            <a:prstDash val="solid"/>
          </a:ln>
        </p:spPr>
      </p:sp>
      <p:sp>
        <p:nvSpPr>
          <p:cNvPr id="16" name="valve-command">
            <a:extLst xmlns:a="http://schemas.openxmlformats.org/drawingml/2006/main">
              <a:ext uri="{FF2B5EF4-FFF2-40B4-BE49-F238E27FC236}">
                <a16:creationId xmlns:a16="http://schemas.microsoft.com/office/drawing/2014/main" id="{7CEADAF2-3B74-4672-A307-F654EF85E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4000500"/>
            <a:ext cx="0" cy="3429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111111"/>
            </a:solidFill>
            <a:prstDash val="solid"/>
          </a:ln>
        </p:spPr>
      </p:sp>
      <p:sp>
        <p:nvSpPr>
          <p:cNvPr id="17" name="valve-command-arrow">
            <a:extLst xmlns:a="http://schemas.openxmlformats.org/drawingml/2006/main">
              <a:ext uri="{FF2B5EF4-FFF2-40B4-BE49-F238E27FC236}">
                <a16:creationId xmlns:a16="http://schemas.microsoft.com/office/drawing/2014/main" id="{DAFEF702-872A-4A53-B4D0-C0C57B92F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4219575"/>
            <a:ext cx="228600" cy="26670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9525">
            <a:solidFill>
              <a:srgbClr val="111111"/>
            </a:solidFill>
            <a:prstDash val="solid"/>
          </a:ln>
        </p:spPr>
      </p:sp>
      <p:sp>
        <p:nvSpPr>
          <p:cNvPr id="18" name="proportion-command">
            <a:extLst xmlns:a="http://schemas.openxmlformats.org/drawingml/2006/main">
              <a:ext uri="{FF2B5EF4-FFF2-40B4-BE49-F238E27FC236}">
                <a16:creationId xmlns:a16="http://schemas.microsoft.com/office/drawing/2014/main" id="{E65436B6-3A77-4228-AC6A-4430D34CC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4000500"/>
            <a:ext cx="0" cy="3429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111111"/>
            </a:solidFill>
            <a:prstDash val="solid"/>
          </a:ln>
        </p:spPr>
      </p:sp>
      <p:sp>
        <p:nvSpPr>
          <p:cNvPr id="19" name="proportion-command-arrow">
            <a:extLst xmlns:a="http://schemas.openxmlformats.org/drawingml/2006/main">
              <a:ext uri="{FF2B5EF4-FFF2-40B4-BE49-F238E27FC236}">
                <a16:creationId xmlns:a16="http://schemas.microsoft.com/office/drawing/2014/main" id="{B2051C6F-2FE4-4880-8396-D44057D88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4219575"/>
            <a:ext cx="228600" cy="26670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9525">
            <a:solidFill>
              <a:srgbClr val="111111"/>
            </a:solidFill>
            <a:prstDash val="solid"/>
          </a:ln>
        </p:spPr>
      </p:sp>
      <p:sp>
        <p:nvSpPr>
          <p:cNvPr id="20" name="read-bus">
            <a:extLst xmlns:a="http://schemas.openxmlformats.org/drawingml/2006/main">
              <a:ext uri="{FF2B5EF4-FFF2-40B4-BE49-F238E27FC236}">
                <a16:creationId xmlns:a16="http://schemas.microsoft.com/office/drawing/2014/main" id="{55D0A901-2704-4C6C-A96F-14CA8B1B6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933700"/>
            <a:ext cx="25241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111111"/>
            </a:solidFill>
            <a:prstDash val="solid"/>
          </a:ln>
        </p:spPr>
      </p:sp>
      <p:sp>
        <p:nvSpPr>
          <p:cNvPr id="21" name="read-right-up">
            <a:extLst xmlns:a="http://schemas.openxmlformats.org/drawingml/2006/main">
              <a:ext uri="{FF2B5EF4-FFF2-40B4-BE49-F238E27FC236}">
                <a16:creationId xmlns:a16="http://schemas.microsoft.com/office/drawing/2014/main" id="{5C14500A-DF17-4C1E-BEF9-44CE0E6F5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2933700"/>
            <a:ext cx="0" cy="2952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111111"/>
            </a:solidFill>
            <a:prstDash val="solid"/>
          </a:ln>
        </p:spPr>
      </p:sp>
      <p:sp>
        <p:nvSpPr>
          <p:cNvPr id="22" name="read-up-arrow">
            <a:extLst xmlns:a="http://schemas.openxmlformats.org/drawingml/2006/main">
              <a:ext uri="{FF2B5EF4-FFF2-40B4-BE49-F238E27FC236}">
                <a16:creationId xmlns:a16="http://schemas.microsoft.com/office/drawing/2014/main" id="{F733BFF5-AA8B-4641-8F16-397CC939F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72325" y="3086100"/>
            <a:ext cx="228600" cy="266700"/>
          </a:xfrm>
          <a:prstGeom xmlns:a="http://schemas.openxmlformats.org/drawingml/2006/main" prst="upArrow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9525">
            <a:solidFill>
              <a:srgbClr val="111111"/>
            </a:solidFill>
            <a:prstDash val="solid"/>
          </a:ln>
        </p:spPr>
      </p:sp>
      <p:sp>
        <p:nvSpPr>
          <p:cNvPr id="23" name="read-group-top">
            <a:extLst xmlns:a="http://schemas.openxmlformats.org/drawingml/2006/main">
              <a:ext uri="{FF2B5EF4-FFF2-40B4-BE49-F238E27FC236}">
                <a16:creationId xmlns:a16="http://schemas.microsoft.com/office/drawing/2014/main" id="{7AC40242-A58A-417A-A808-931090CF4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3219450"/>
            <a:ext cx="3048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111111"/>
            </a:solidFill>
            <a:prstDash val="solid"/>
          </a:ln>
        </p:spPr>
      </p:sp>
      <p:sp>
        <p:nvSpPr>
          <p:cNvPr id="24" name="read-group-left">
            <a:extLst xmlns:a="http://schemas.openxmlformats.org/drawingml/2006/main">
              <a:ext uri="{FF2B5EF4-FFF2-40B4-BE49-F238E27FC236}">
                <a16:creationId xmlns:a16="http://schemas.microsoft.com/office/drawing/2014/main" id="{803A7A71-215F-4FB8-A569-B1FCC129D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3219450"/>
            <a:ext cx="0" cy="190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111111"/>
            </a:solidFill>
            <a:prstDash val="solid"/>
          </a:ln>
        </p:spPr>
      </p:sp>
      <p:sp>
        <p:nvSpPr>
          <p:cNvPr id="25" name="read-group-right">
            <a:extLst xmlns:a="http://schemas.openxmlformats.org/drawingml/2006/main">
              <a:ext uri="{FF2B5EF4-FFF2-40B4-BE49-F238E27FC236}">
                <a16:creationId xmlns:a16="http://schemas.microsoft.com/office/drawing/2014/main" id="{D8C9AD75-5C59-4847-8D01-1C31C1939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3219450"/>
            <a:ext cx="0" cy="190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111111"/>
            </a:solidFill>
            <a:prstDash val="solid"/>
          </a:ln>
        </p:spPr>
      </p:sp>
      <p:sp>
        <p:nvSpPr>
          <p:cNvPr id="26" name="temperature-read">
            <a:extLst xmlns:a="http://schemas.openxmlformats.org/drawingml/2006/main">
              <a:ext uri="{FF2B5EF4-FFF2-40B4-BE49-F238E27FC236}">
                <a16:creationId xmlns:a16="http://schemas.microsoft.com/office/drawing/2014/main" id="{990D4C0F-D0BA-4307-BD6C-A030A2D60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343400"/>
            <a:ext cx="0" cy="3429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111111"/>
            </a:solidFill>
            <a:prstDash val="solid"/>
          </a:ln>
        </p:spPr>
      </p:sp>
      <p:sp>
        <p:nvSpPr>
          <p:cNvPr id="27" name="temperature-up">
            <a:extLst xmlns:a="http://schemas.openxmlformats.org/drawingml/2006/main">
              <a:ext uri="{FF2B5EF4-FFF2-40B4-BE49-F238E27FC236}">
                <a16:creationId xmlns:a16="http://schemas.microsoft.com/office/drawing/2014/main" id="{A1C48DC4-68C9-4830-9850-3D2582294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4000500"/>
            <a:ext cx="228600" cy="266700"/>
          </a:xfrm>
          <a:prstGeom xmlns:a="http://schemas.openxmlformats.org/drawingml/2006/main" prst="upArrow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9525">
            <a:solidFill>
              <a:srgbClr val="111111"/>
            </a:solidFill>
            <a:prstDash val="solid"/>
          </a:ln>
        </p:spPr>
      </p:sp>
      <p:sp>
        <p:nvSpPr>
          <p:cNvPr id="28" name="flow-read">
            <a:extLst xmlns:a="http://schemas.openxmlformats.org/drawingml/2006/main">
              <a:ext uri="{FF2B5EF4-FFF2-40B4-BE49-F238E27FC236}">
                <a16:creationId xmlns:a16="http://schemas.microsoft.com/office/drawing/2014/main" id="{05FF716D-EC4D-4925-8F43-484AC6CB6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4343400"/>
            <a:ext cx="0" cy="3429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111111"/>
            </a:solidFill>
            <a:prstDash val="solid"/>
          </a:ln>
        </p:spPr>
      </p:sp>
      <p:sp>
        <p:nvSpPr>
          <p:cNvPr id="29" name="flow-up">
            <a:extLst xmlns:a="http://schemas.openxmlformats.org/drawingml/2006/main">
              <a:ext uri="{FF2B5EF4-FFF2-40B4-BE49-F238E27FC236}">
                <a16:creationId xmlns:a16="http://schemas.microsoft.com/office/drawing/2014/main" id="{A2BDB3A7-3FC3-4FFC-9BE9-7383F8A3C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4000500"/>
            <a:ext cx="228600" cy="266700"/>
          </a:xfrm>
          <a:prstGeom xmlns:a="http://schemas.openxmlformats.org/drawingml/2006/main" prst="upArrow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9525">
            <a:solidFill>
              <a:srgbClr val="111111"/>
            </a:solidFill>
            <a:prstDash val="solid"/>
          </a:ln>
        </p:spPr>
      </p:sp>
      <p:sp>
        <p:nvSpPr>
          <p:cNvPr id="30" name="pressure-read">
            <a:extLst xmlns:a="http://schemas.openxmlformats.org/drawingml/2006/main">
              <a:ext uri="{FF2B5EF4-FFF2-40B4-BE49-F238E27FC236}">
                <a16:creationId xmlns:a16="http://schemas.microsoft.com/office/drawing/2014/main" id="{9BE7E52D-81E2-42E3-959D-79BC82349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4343400"/>
            <a:ext cx="0" cy="3429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111111"/>
            </a:solidFill>
            <a:prstDash val="solid"/>
          </a:ln>
        </p:spPr>
      </p:sp>
      <p:sp>
        <p:nvSpPr>
          <p:cNvPr id="31" name="pressure-up">
            <a:extLst xmlns:a="http://schemas.openxmlformats.org/drawingml/2006/main">
              <a:ext uri="{FF2B5EF4-FFF2-40B4-BE49-F238E27FC236}">
                <a16:creationId xmlns:a16="http://schemas.microsoft.com/office/drawing/2014/main" id="{E9FD78EE-CC15-4E3D-9124-48230AB87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4000500"/>
            <a:ext cx="228600" cy="266700"/>
          </a:xfrm>
          <a:prstGeom xmlns:a="http://schemas.openxmlformats.org/drawingml/2006/main" prst="upArrow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9525">
            <a:solidFill>
              <a:srgbClr val="111111"/>
            </a:solidFill>
            <a:prstDash val="solid"/>
          </a:ln>
        </p:spPr>
      </p:sp>
      <p:sp>
        <p:nvSpPr>
          <p:cNvPr id="32" name="diff-pressure-read">
            <a:extLst xmlns:a="http://schemas.openxmlformats.org/drawingml/2006/main">
              <a:ext uri="{FF2B5EF4-FFF2-40B4-BE49-F238E27FC236}">
                <a16:creationId xmlns:a16="http://schemas.microsoft.com/office/drawing/2014/main" id="{C47A908F-44F3-440E-B1B0-3B5822A9B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4343400"/>
            <a:ext cx="0" cy="3429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111111"/>
            </a:solidFill>
            <a:prstDash val="solid"/>
          </a:ln>
        </p:spPr>
      </p:sp>
      <p:sp>
        <p:nvSpPr>
          <p:cNvPr id="33" name="diff-pressure-up">
            <a:extLst xmlns:a="http://schemas.openxmlformats.org/drawingml/2006/main">
              <a:ext uri="{FF2B5EF4-FFF2-40B4-BE49-F238E27FC236}">
                <a16:creationId xmlns:a16="http://schemas.microsoft.com/office/drawing/2014/main" id="{16AD2B68-5885-471A-925D-0D3F4D014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4000500"/>
            <a:ext cx="228600" cy="266700"/>
          </a:xfrm>
          <a:prstGeom xmlns:a="http://schemas.openxmlformats.org/drawingml/2006/main" prst="upArrow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9525">
            <a:solidFill>
              <a:srgbClr val="111111"/>
            </a:solidFill>
            <a:prstDash val="solid"/>
          </a:ln>
        </p:spPr>
      </p:sp>
      <p:sp>
        <p:nvSpPr>
          <p:cNvPr id="34" name="experiment-main-control">
            <a:extLst xmlns:a="http://schemas.openxmlformats.org/drawingml/2006/main">
              <a:ext uri="{FF2B5EF4-FFF2-40B4-BE49-F238E27FC236}">
                <a16:creationId xmlns:a16="http://schemas.microsoft.com/office/drawing/2014/main" id="{80C8C74D-F51B-439E-BAD1-98EE17EFC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666750"/>
            <a:ext cx="45720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111111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2025">
                <a:solidFill>
                  <a:srgbClr val="111111"/>
                </a:solidFill>
              </a:defRPr>
            </a:pPr>
            <a:r>
              <a:rPr sz="2025">
                <a:solidFill>
                  <a:srgbClr val="111111"/>
                </a:solidFill>
              </a:rPr>
              <a:t>实验主控单元</a:t>
            </a:r>
            <a:endParaRPr sz="2025">
              <a:solidFill>
                <a:srgbClr val="111111"/>
              </a:solidFill>
            </a:endParaRPr>
          </a:p>
        </p:txBody>
      </p:sp>
      <p:sp>
        <p:nvSpPr>
          <p:cNvPr id="35" name="experiment-electrical-box">
            <a:extLst xmlns:a="http://schemas.openxmlformats.org/drawingml/2006/main">
              <a:ext uri="{FF2B5EF4-FFF2-40B4-BE49-F238E27FC236}">
                <a16:creationId xmlns:a16="http://schemas.microsoft.com/office/drawing/2014/main" id="{EA67C9A3-6419-4F47-A065-A9EC961E3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1905000"/>
            <a:ext cx="4572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111111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875">
                <a:solidFill>
                  <a:srgbClr val="111111"/>
                </a:solidFill>
              </a:defRPr>
            </a:pPr>
            <a:r>
              <a:rPr sz="1875">
                <a:solidFill>
                  <a:srgbClr val="111111"/>
                </a:solidFill>
              </a:rPr>
              <a:t>实验模块电控盒</a:t>
            </a:r>
            <a:endParaRPr sz="1875">
              <a:solidFill>
                <a:srgbClr val="111111"/>
              </a:solidFill>
            </a:endParaRPr>
          </a:p>
        </p:txBody>
      </p:sp>
      <p:sp>
        <p:nvSpPr>
          <p:cNvPr id="36" name="parameter-transfer-label">
            <a:extLst xmlns:a="http://schemas.openxmlformats.org/drawingml/2006/main">
              <a:ext uri="{FF2B5EF4-FFF2-40B4-BE49-F238E27FC236}">
                <a16:creationId xmlns:a16="http://schemas.microsoft.com/office/drawing/2014/main" id="{9FAFC06D-B2F7-491F-90D8-F9B46634F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1381125"/>
            <a:ext cx="22383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725">
                <a:solidFill>
                  <a:srgbClr val="111111"/>
                </a:solidFill>
              </a:defRPr>
            </a:pPr>
            <a:r>
              <a:rPr sz="1725">
                <a:solidFill>
                  <a:srgbClr val="111111"/>
                </a:solidFill>
              </a:rPr>
              <a:t>传输指令及工参</a:t>
            </a:r>
            <a:endParaRPr sz="1725">
              <a:solidFill>
                <a:srgbClr val="111111"/>
              </a:solidFill>
            </a:endParaRPr>
          </a:p>
        </p:txBody>
      </p:sp>
      <p:sp>
        <p:nvSpPr>
          <p:cNvPr id="37" name="control-label">
            <a:extLst xmlns:a="http://schemas.openxmlformats.org/drawingml/2006/main">
              <a:ext uri="{FF2B5EF4-FFF2-40B4-BE49-F238E27FC236}">
                <a16:creationId xmlns:a16="http://schemas.microsoft.com/office/drawing/2014/main" id="{195E1FEC-D581-4A8D-9326-4CBA3BC3F5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2838450"/>
            <a:ext cx="857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725">
                <a:solidFill>
                  <a:srgbClr val="111111"/>
                </a:solidFill>
              </a:defRPr>
            </a:pPr>
            <a:r>
              <a:rPr sz="1725">
                <a:solidFill>
                  <a:srgbClr val="111111"/>
                </a:solidFill>
              </a:rPr>
              <a:t>控制</a:t>
            </a:r>
            <a:endParaRPr sz="1725">
              <a:solidFill>
                <a:srgbClr val="111111"/>
              </a:solidFill>
            </a:endParaRPr>
          </a:p>
        </p:txBody>
      </p:sp>
      <p:sp>
        <p:nvSpPr>
          <p:cNvPr id="38" name="read-label">
            <a:extLst xmlns:a="http://schemas.openxmlformats.org/drawingml/2006/main">
              <a:ext uri="{FF2B5EF4-FFF2-40B4-BE49-F238E27FC236}">
                <a16:creationId xmlns:a16="http://schemas.microsoft.com/office/drawing/2014/main" id="{C3DD4E6D-7E27-4E47-9757-75DA95FE2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2838450"/>
            <a:ext cx="857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725">
                <a:solidFill>
                  <a:srgbClr val="111111"/>
                </a:solidFill>
              </a:defRPr>
            </a:pPr>
            <a:r>
              <a:rPr sz="1725">
                <a:solidFill>
                  <a:srgbClr val="111111"/>
                </a:solidFill>
              </a:rPr>
              <a:t>读取</a:t>
            </a:r>
            <a:endParaRPr sz="1725">
              <a:solidFill>
                <a:srgbClr val="111111"/>
              </a:solidFill>
            </a:endParaRPr>
          </a:p>
        </p:txBody>
      </p:sp>
      <p:sp>
        <p:nvSpPr>
          <p:cNvPr id="39" name="heater">
            <a:extLst xmlns:a="http://schemas.openxmlformats.org/drawingml/2006/main">
              <a:ext uri="{FF2B5EF4-FFF2-40B4-BE49-F238E27FC236}">
                <a16:creationId xmlns:a16="http://schemas.microsoft.com/office/drawing/2014/main" id="{E154A1DB-959C-477D-A079-D8E3AF82F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3409950"/>
            <a:ext cx="8763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111111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350">
                <a:solidFill>
                  <a:srgbClr val="111111"/>
                </a:solidFill>
              </a:defRPr>
            </a:pPr>
            <a:r>
              <a:rPr sz="1350">
                <a:solidFill>
                  <a:srgbClr val="111111"/>
                </a:solidFill>
              </a:rPr>
              <a:t>加热片</a:t>
            </a:r>
            <a:endParaRPr sz="1350">
              <a:solidFill>
                <a:srgbClr val="111111"/>
              </a:solidFill>
            </a:endParaRPr>
          </a:p>
        </p:txBody>
      </p:sp>
      <p:sp>
        <p:nvSpPr>
          <p:cNvPr id="40" name="high-voltage-device">
            <a:extLst xmlns:a="http://schemas.openxmlformats.org/drawingml/2006/main">
              <a:ext uri="{FF2B5EF4-FFF2-40B4-BE49-F238E27FC236}">
                <a16:creationId xmlns:a16="http://schemas.microsoft.com/office/drawing/2014/main" id="{7C2CC370-4C0C-4992-856A-F9349C961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409950"/>
            <a:ext cx="8763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111111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350">
                <a:solidFill>
                  <a:srgbClr val="111111"/>
                </a:solidFill>
              </a:defRPr>
            </a:pPr>
            <a:r>
              <a:rPr sz="1350">
                <a:solidFill>
                  <a:srgbClr val="111111"/>
                </a:solidFill>
              </a:rPr>
              <a:t>高压装置</a:t>
            </a:r>
            <a:endParaRPr sz="1350">
              <a:solidFill>
                <a:srgbClr val="111111"/>
              </a:solidFill>
            </a:endParaRPr>
          </a:p>
        </p:txBody>
      </p:sp>
      <p:sp>
        <p:nvSpPr>
          <p:cNvPr id="41" name="normally-closed-valve">
            <a:extLst xmlns:a="http://schemas.openxmlformats.org/drawingml/2006/main">
              <a:ext uri="{FF2B5EF4-FFF2-40B4-BE49-F238E27FC236}">
                <a16:creationId xmlns:a16="http://schemas.microsoft.com/office/drawing/2014/main" id="{9EE637E3-F731-47D3-B242-8617BD6E3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3409950"/>
            <a:ext cx="8763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111111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350">
                <a:solidFill>
                  <a:srgbClr val="111111"/>
                </a:solidFill>
              </a:defRPr>
            </a:pPr>
            <a:r>
              <a:rPr sz="1350">
                <a:solidFill>
                  <a:srgbClr val="111111"/>
                </a:solidFill>
              </a:rPr>
              <a:t>常闭阀</a:t>
            </a:r>
            <a:endParaRPr sz="1350">
              <a:solidFill>
                <a:srgbClr val="111111"/>
              </a:solidFill>
            </a:endParaRPr>
          </a:p>
        </p:txBody>
      </p:sp>
      <p:sp>
        <p:nvSpPr>
          <p:cNvPr id="42" name="proportional-valve">
            <a:extLst xmlns:a="http://schemas.openxmlformats.org/drawingml/2006/main">
              <a:ext uri="{FF2B5EF4-FFF2-40B4-BE49-F238E27FC236}">
                <a16:creationId xmlns:a16="http://schemas.microsoft.com/office/drawing/2014/main" id="{61AD5A8B-3D5B-4397-BA1D-17AAEA6AD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3409950"/>
            <a:ext cx="8763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111111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350">
                <a:solidFill>
                  <a:srgbClr val="111111"/>
                </a:solidFill>
              </a:defRPr>
            </a:pPr>
            <a:r>
              <a:rPr sz="1350">
                <a:solidFill>
                  <a:srgbClr val="111111"/>
                </a:solidFill>
              </a:rPr>
              <a:t>比例阀</a:t>
            </a:r>
            <a:endParaRPr sz="1350">
              <a:solidFill>
                <a:srgbClr val="111111"/>
              </a:solidFill>
            </a:endParaRPr>
          </a:p>
        </p:txBody>
      </p:sp>
      <p:sp>
        <p:nvSpPr>
          <p:cNvPr id="43" name="heater-code">
            <a:extLst xmlns:a="http://schemas.openxmlformats.org/drawingml/2006/main">
              <a:ext uri="{FF2B5EF4-FFF2-40B4-BE49-F238E27FC236}">
                <a16:creationId xmlns:a16="http://schemas.microsoft.com/office/drawing/2014/main" id="{6CE3812B-682B-477F-B8CE-98B160062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4686300"/>
            <a:ext cx="8763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111111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500">
                <a:solidFill>
                  <a:srgbClr val="111111"/>
                </a:solidFill>
              </a:defRPr>
            </a:pPr>
            <a:r>
              <a:rPr sz="1500">
                <a:solidFill>
                  <a:srgbClr val="111111"/>
                </a:solidFill>
              </a:rPr>
              <a:t>编号</a:t>
            </a:r>
            <a:endParaRPr sz="1500">
              <a:solidFill>
                <a:srgbClr val="111111"/>
              </a:solidFill>
            </a:endParaRPr>
          </a:p>
          <a:p xmlns:a="http://schemas.openxmlformats.org/drawingml/2006/main">
            <a:pPr algn="ctr">
              <a:buNone/>
              <a:defRPr sz="1500">
                <a:solidFill>
                  <a:srgbClr val="111111"/>
                </a:solidFill>
              </a:defRPr>
            </a:pPr>
            <a:r>
              <a:rPr sz="1500">
                <a:solidFill>
                  <a:srgbClr val="111111"/>
                </a:solidFill>
              </a:rPr>
              <a:t>电压</a:t>
            </a:r>
            <a:endParaRPr sz="1500">
              <a:solidFill>
                <a:srgbClr val="111111"/>
              </a:solidFill>
            </a:endParaRPr>
          </a:p>
        </p:txBody>
      </p:sp>
      <p:sp>
        <p:nvSpPr>
          <p:cNvPr id="44" name="hv-code">
            <a:extLst xmlns:a="http://schemas.openxmlformats.org/drawingml/2006/main">
              <a:ext uri="{FF2B5EF4-FFF2-40B4-BE49-F238E27FC236}">
                <a16:creationId xmlns:a16="http://schemas.microsoft.com/office/drawing/2014/main" id="{866DF19A-AFDB-4970-8F9C-87D98414D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686300"/>
            <a:ext cx="8763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111111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500">
                <a:solidFill>
                  <a:srgbClr val="111111"/>
                </a:solidFill>
              </a:defRPr>
            </a:pPr>
            <a:r>
              <a:rPr sz="1500">
                <a:solidFill>
                  <a:srgbClr val="111111"/>
                </a:solidFill>
              </a:rPr>
              <a:t>编号</a:t>
            </a:r>
            <a:endParaRPr sz="1500">
              <a:solidFill>
                <a:srgbClr val="111111"/>
              </a:solidFill>
            </a:endParaRPr>
          </a:p>
          <a:p xmlns:a="http://schemas.openxmlformats.org/drawingml/2006/main">
            <a:pPr algn="ctr">
              <a:buNone/>
              <a:defRPr sz="1500">
                <a:solidFill>
                  <a:srgbClr val="111111"/>
                </a:solidFill>
              </a:defRPr>
            </a:pPr>
            <a:r>
              <a:rPr sz="1500">
                <a:solidFill>
                  <a:srgbClr val="111111"/>
                </a:solidFill>
              </a:rPr>
              <a:t>电压</a:t>
            </a:r>
            <a:endParaRPr sz="1500">
              <a:solidFill>
                <a:srgbClr val="111111"/>
              </a:solidFill>
            </a:endParaRPr>
          </a:p>
        </p:txBody>
      </p:sp>
      <p:sp>
        <p:nvSpPr>
          <p:cNvPr id="45" name="closed-valve-code">
            <a:extLst xmlns:a="http://schemas.openxmlformats.org/drawingml/2006/main">
              <a:ext uri="{FF2B5EF4-FFF2-40B4-BE49-F238E27FC236}">
                <a16:creationId xmlns:a16="http://schemas.microsoft.com/office/drawing/2014/main" id="{EEE31C27-1CDB-4BFD-8C9C-51C4B628F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4686300"/>
            <a:ext cx="8763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111111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500">
                <a:solidFill>
                  <a:srgbClr val="111111"/>
                </a:solidFill>
              </a:defRPr>
            </a:pPr>
            <a:r>
              <a:rPr sz="1500">
                <a:solidFill>
                  <a:srgbClr val="111111"/>
                </a:solidFill>
              </a:rPr>
              <a:t>编号</a:t>
            </a:r>
            <a:endParaRPr sz="1500">
              <a:solidFill>
                <a:srgbClr val="111111"/>
              </a:solidFill>
            </a:endParaRPr>
          </a:p>
          <a:p xmlns:a="http://schemas.openxmlformats.org/drawingml/2006/main">
            <a:pPr algn="ctr">
              <a:buNone/>
              <a:defRPr sz="1500">
                <a:solidFill>
                  <a:srgbClr val="111111"/>
                </a:solidFill>
              </a:defRPr>
            </a:pPr>
            <a:r>
              <a:rPr sz="1500">
                <a:solidFill>
                  <a:srgbClr val="111111"/>
                </a:solidFill>
              </a:rPr>
              <a:t>开闭</a:t>
            </a:r>
            <a:endParaRPr sz="1500">
              <a:solidFill>
                <a:srgbClr val="111111"/>
              </a:solidFill>
            </a:endParaRPr>
          </a:p>
        </p:txBody>
      </p:sp>
      <p:sp>
        <p:nvSpPr>
          <p:cNvPr id="46" name="proportional-code">
            <a:extLst xmlns:a="http://schemas.openxmlformats.org/drawingml/2006/main">
              <a:ext uri="{FF2B5EF4-FFF2-40B4-BE49-F238E27FC236}">
                <a16:creationId xmlns:a16="http://schemas.microsoft.com/office/drawing/2014/main" id="{7722CEEF-BD3C-42C2-8F5B-A2B1A474C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4686300"/>
            <a:ext cx="8763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111111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500">
                <a:solidFill>
                  <a:srgbClr val="111111"/>
                </a:solidFill>
              </a:defRPr>
            </a:pPr>
            <a:r>
              <a:rPr sz="1500">
                <a:solidFill>
                  <a:srgbClr val="111111"/>
                </a:solidFill>
              </a:rPr>
              <a:t>编号</a:t>
            </a:r>
            <a:endParaRPr sz="1500">
              <a:solidFill>
                <a:srgbClr val="111111"/>
              </a:solidFill>
            </a:endParaRPr>
          </a:p>
          <a:p xmlns:a="http://schemas.openxmlformats.org/drawingml/2006/main">
            <a:pPr algn="ctr">
              <a:buNone/>
              <a:defRPr sz="1500">
                <a:solidFill>
                  <a:srgbClr val="111111"/>
                </a:solidFill>
              </a:defRPr>
            </a:pPr>
            <a:r>
              <a:rPr sz="1500">
                <a:solidFill>
                  <a:srgbClr val="111111"/>
                </a:solidFill>
              </a:rPr>
              <a:t>开度</a:t>
            </a:r>
            <a:endParaRPr sz="1500">
              <a:solidFill>
                <a:srgbClr val="111111"/>
              </a:solidFill>
            </a:endParaRPr>
          </a:p>
        </p:txBody>
      </p:sp>
      <p:sp>
        <p:nvSpPr>
          <p:cNvPr id="47" name="thermocouple">
            <a:extLst xmlns:a="http://schemas.openxmlformats.org/drawingml/2006/main">
              <a:ext uri="{FF2B5EF4-FFF2-40B4-BE49-F238E27FC236}">
                <a16:creationId xmlns:a16="http://schemas.microsoft.com/office/drawing/2014/main" id="{6F0FF041-C8A5-4659-B683-82EF3B843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3409950"/>
            <a:ext cx="8763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111111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350">
                <a:solidFill>
                  <a:srgbClr val="111111"/>
                </a:solidFill>
              </a:defRPr>
            </a:pPr>
            <a:r>
              <a:rPr sz="1350">
                <a:solidFill>
                  <a:srgbClr val="111111"/>
                </a:solidFill>
              </a:rPr>
              <a:t>热电偶</a:t>
            </a:r>
            <a:endParaRPr sz="1350">
              <a:solidFill>
                <a:srgbClr val="111111"/>
              </a:solidFill>
            </a:endParaRPr>
          </a:p>
        </p:txBody>
      </p:sp>
      <p:sp>
        <p:nvSpPr>
          <p:cNvPr id="48" name="flowmeter">
            <a:extLst xmlns:a="http://schemas.openxmlformats.org/drawingml/2006/main">
              <a:ext uri="{FF2B5EF4-FFF2-40B4-BE49-F238E27FC236}">
                <a16:creationId xmlns:a16="http://schemas.microsoft.com/office/drawing/2014/main" id="{59C377EB-EED1-4619-A485-BE217155F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3409950"/>
            <a:ext cx="8763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111111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350">
                <a:solidFill>
                  <a:srgbClr val="111111"/>
                </a:solidFill>
              </a:defRPr>
            </a:pPr>
            <a:r>
              <a:rPr sz="1350">
                <a:solidFill>
                  <a:srgbClr val="111111"/>
                </a:solidFill>
              </a:rPr>
              <a:t>流量计</a:t>
            </a:r>
            <a:endParaRPr sz="1350">
              <a:solidFill>
                <a:srgbClr val="111111"/>
              </a:solidFill>
            </a:endParaRPr>
          </a:p>
        </p:txBody>
      </p:sp>
      <p:sp>
        <p:nvSpPr>
          <p:cNvPr id="49" name="pressure-gauge">
            <a:extLst xmlns:a="http://schemas.openxmlformats.org/drawingml/2006/main">
              <a:ext uri="{FF2B5EF4-FFF2-40B4-BE49-F238E27FC236}">
                <a16:creationId xmlns:a16="http://schemas.microsoft.com/office/drawing/2014/main" id="{FC71A32C-E83F-4F73-B20C-1DD13ED4C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409950"/>
            <a:ext cx="8763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111111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350">
                <a:solidFill>
                  <a:srgbClr val="111111"/>
                </a:solidFill>
              </a:defRPr>
            </a:pPr>
            <a:r>
              <a:rPr sz="1350">
                <a:solidFill>
                  <a:srgbClr val="111111"/>
                </a:solidFill>
              </a:rPr>
              <a:t>压力计</a:t>
            </a:r>
            <a:endParaRPr sz="1350">
              <a:solidFill>
                <a:srgbClr val="111111"/>
              </a:solidFill>
            </a:endParaRPr>
          </a:p>
        </p:txBody>
      </p:sp>
      <p:sp>
        <p:nvSpPr>
          <p:cNvPr id="50" name="differential-gauge">
            <a:extLst xmlns:a="http://schemas.openxmlformats.org/drawingml/2006/main">
              <a:ext uri="{FF2B5EF4-FFF2-40B4-BE49-F238E27FC236}">
                <a16:creationId xmlns:a16="http://schemas.microsoft.com/office/drawing/2014/main" id="{74D92B2E-4BC9-414A-82FA-F6024D437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3409950"/>
            <a:ext cx="6096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111111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050">
                <a:solidFill>
                  <a:srgbClr val="111111"/>
                </a:solidFill>
              </a:defRPr>
            </a:pPr>
            <a:r>
              <a:rPr sz="1050">
                <a:solidFill>
                  <a:srgbClr val="111111"/>
                </a:solidFill>
              </a:rPr>
              <a:t>差压计</a:t>
            </a:r>
            <a:endParaRPr sz="1050">
              <a:solidFill>
                <a:srgbClr val="111111"/>
              </a:solidFill>
            </a:endParaRPr>
          </a:p>
        </p:txBody>
      </p:sp>
      <p:sp>
        <p:nvSpPr>
          <p:cNvPr id="51" name="temperature-value">
            <a:extLst xmlns:a="http://schemas.openxmlformats.org/drawingml/2006/main">
              <a:ext uri="{FF2B5EF4-FFF2-40B4-BE49-F238E27FC236}">
                <a16:creationId xmlns:a16="http://schemas.microsoft.com/office/drawing/2014/main" id="{55A2AC26-A836-4576-BACB-3C7DAC8EF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4686300"/>
            <a:ext cx="8763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111111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500">
                <a:solidFill>
                  <a:srgbClr val="111111"/>
                </a:solidFill>
              </a:defRPr>
            </a:pPr>
            <a:r>
              <a:rPr sz="1500">
                <a:solidFill>
                  <a:srgbClr val="111111"/>
                </a:solidFill>
              </a:rPr>
              <a:t>温度</a:t>
            </a:r>
            <a:endParaRPr sz="1500">
              <a:solidFill>
                <a:srgbClr val="111111"/>
              </a:solidFill>
            </a:endParaRPr>
          </a:p>
        </p:txBody>
      </p:sp>
      <p:sp>
        <p:nvSpPr>
          <p:cNvPr id="52" name="flow-value">
            <a:extLst xmlns:a="http://schemas.openxmlformats.org/drawingml/2006/main">
              <a:ext uri="{FF2B5EF4-FFF2-40B4-BE49-F238E27FC236}">
                <a16:creationId xmlns:a16="http://schemas.microsoft.com/office/drawing/2014/main" id="{AB90468F-A4EE-4C19-BB08-1EF24880B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4686300"/>
            <a:ext cx="8763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111111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500">
                <a:solidFill>
                  <a:srgbClr val="111111"/>
                </a:solidFill>
              </a:defRPr>
            </a:pPr>
            <a:r>
              <a:rPr sz="1500">
                <a:solidFill>
                  <a:srgbClr val="111111"/>
                </a:solidFill>
              </a:rPr>
              <a:t>流量</a:t>
            </a:r>
            <a:endParaRPr sz="1500">
              <a:solidFill>
                <a:srgbClr val="111111"/>
              </a:solidFill>
            </a:endParaRPr>
          </a:p>
        </p:txBody>
      </p:sp>
      <p:sp>
        <p:nvSpPr>
          <p:cNvPr id="53" name="pressure-value">
            <a:extLst xmlns:a="http://schemas.openxmlformats.org/drawingml/2006/main">
              <a:ext uri="{FF2B5EF4-FFF2-40B4-BE49-F238E27FC236}">
                <a16:creationId xmlns:a16="http://schemas.microsoft.com/office/drawing/2014/main" id="{2AC93955-B39E-403A-AED0-CE5554E56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4686300"/>
            <a:ext cx="8763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111111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500">
                <a:solidFill>
                  <a:srgbClr val="111111"/>
                </a:solidFill>
              </a:defRPr>
            </a:pPr>
            <a:r>
              <a:rPr sz="1500">
                <a:solidFill>
                  <a:srgbClr val="111111"/>
                </a:solidFill>
              </a:rPr>
              <a:t>压力</a:t>
            </a:r>
            <a:endParaRPr sz="1500">
              <a:solidFill>
                <a:srgbClr val="111111"/>
              </a:solidFill>
            </a:endParaRPr>
          </a:p>
        </p:txBody>
      </p:sp>
      <p:sp>
        <p:nvSpPr>
          <p:cNvPr id="54" name="differential-value">
            <a:extLst xmlns:a="http://schemas.openxmlformats.org/drawingml/2006/main">
              <a:ext uri="{FF2B5EF4-FFF2-40B4-BE49-F238E27FC236}">
                <a16:creationId xmlns:a16="http://schemas.microsoft.com/office/drawing/2014/main" id="{A785FCCE-D4A0-4C5E-A4ED-6D2CBACE9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4686300"/>
            <a:ext cx="6096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111111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500">
                <a:solidFill>
                  <a:srgbClr val="111111"/>
                </a:solidFill>
              </a:defRPr>
            </a:pPr>
            <a:r>
              <a:rPr sz="1500">
                <a:solidFill>
                  <a:srgbClr val="111111"/>
                </a:solidFill>
              </a:rPr>
              <a:t>压差</a:t>
            </a:r>
            <a:endParaRPr sz="1500">
              <a:solidFill>
                <a:srgbClr val="11111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32108022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supply-to-switch">
            <a:extLst xmlns:a="http://schemas.openxmlformats.org/drawingml/2006/main">
              <a:ext uri="{FF2B5EF4-FFF2-40B4-BE49-F238E27FC236}">
                <a16:creationId xmlns:a16="http://schemas.microsoft.com/office/drawing/2014/main" id="{88156436-997D-4B26-85DE-3C46A26AC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3667125"/>
            <a:ext cx="952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111111"/>
            </a:solidFill>
            <a:prstDash val="solid"/>
            <a:tailEnd type="triangle"/>
          </a:ln>
        </p:spPr>
      </p:sp>
      <p:sp>
        <p:nvSpPr>
          <p:cNvPr id="3" name="switch-to-clamp">
            <a:extLst xmlns:a="http://schemas.openxmlformats.org/drawingml/2006/main">
              <a:ext uri="{FF2B5EF4-FFF2-40B4-BE49-F238E27FC236}">
                <a16:creationId xmlns:a16="http://schemas.microsoft.com/office/drawing/2014/main" id="{4620392A-2E0B-4F58-8EF6-FF7692D05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3667125"/>
            <a:ext cx="8096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111111"/>
            </a:solidFill>
            <a:prstDash val="solid"/>
            <a:tailEnd type="triangle"/>
          </a:ln>
        </p:spPr>
      </p:sp>
      <p:sp>
        <p:nvSpPr>
          <p:cNvPr id="5" name="clamp-to-module">
            <a:extLst xmlns:a="http://schemas.openxmlformats.org/drawingml/2006/main">
              <a:ext uri="{FF2B5EF4-FFF2-40B4-BE49-F238E27FC236}">
                <a16:creationId xmlns:a16="http://schemas.microsoft.com/office/drawing/2014/main" id="{2D513617-C6A0-4041-AF1D-8A1DE1FB5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5830" y="3667125"/>
            <a:ext cx="1233170" cy="63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111111"/>
            </a:solidFill>
            <a:prstDash val="solid"/>
            <a:tailEnd type="triangle"/>
          </a:ln>
        </p:spPr>
      </p:sp>
      <p:sp>
        <p:nvSpPr>
          <p:cNvPr id="7" name="return-main">
            <a:extLst xmlns:a="http://schemas.openxmlformats.org/drawingml/2006/main">
              <a:ext uri="{FF2B5EF4-FFF2-40B4-BE49-F238E27FC236}">
                <a16:creationId xmlns:a16="http://schemas.microsoft.com/office/drawing/2014/main" id="{E24E8C26-B0C4-4484-9F1A-FDD889AC1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5048250"/>
            <a:ext cx="457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111111"/>
            </a:solidFill>
            <a:prstDash val="solid"/>
            <a:headEnd type="triangle"/>
          </a:ln>
        </p:spPr>
      </p:sp>
      <p:sp>
        <p:nvSpPr>
          <p:cNvPr id="9" name="module-return-down">
            <a:extLst xmlns:a="http://schemas.openxmlformats.org/drawingml/2006/main">
              <a:ext uri="{FF2B5EF4-FFF2-40B4-BE49-F238E27FC236}">
                <a16:creationId xmlns:a16="http://schemas.microsoft.com/office/drawing/2014/main" id="{A13546C3-A449-48D7-AA0D-00D60341F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667125"/>
            <a:ext cx="0" cy="13811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111111"/>
            </a:solidFill>
            <a:prstDash val="solid"/>
          </a:ln>
        </p:spPr>
      </p:sp>
      <p:sp>
        <p:nvSpPr>
          <p:cNvPr id="10" name="instrument-down">
            <a:extLst xmlns:a="http://schemas.openxmlformats.org/drawingml/2006/main">
              <a:ext uri="{FF2B5EF4-FFF2-40B4-BE49-F238E27FC236}">
                <a16:creationId xmlns:a16="http://schemas.microsoft.com/office/drawing/2014/main" id="{9BB12D48-4536-4815-B372-564F3FA39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809750"/>
            <a:ext cx="0" cy="14287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111111"/>
            </a:solidFill>
            <a:prstDash val="solid"/>
          </a:ln>
        </p:spPr>
      </p:sp>
      <p:sp>
        <p:nvSpPr>
          <p:cNvPr id="11" name="instrument-horizontal">
            <a:extLst xmlns:a="http://schemas.openxmlformats.org/drawingml/2006/main">
              <a:ext uri="{FF2B5EF4-FFF2-40B4-BE49-F238E27FC236}">
                <a16:creationId xmlns:a16="http://schemas.microsoft.com/office/drawing/2014/main" id="{5DE6B751-3A35-49C0-BB35-EF5AA2B37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36185" y="1310005"/>
            <a:ext cx="808355" cy="63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111111"/>
            </a:solidFill>
            <a:prstDash val="solid"/>
            <a:headEnd type="triangle"/>
          </a:ln>
        </p:spPr>
      </p:sp>
      <p:sp>
        <p:nvSpPr>
          <p:cNvPr id="12" name="clamp-branch">
            <a:extLst xmlns:a="http://schemas.openxmlformats.org/drawingml/2006/main">
              <a:ext uri="{FF2B5EF4-FFF2-40B4-BE49-F238E27FC236}">
                <a16:creationId xmlns:a16="http://schemas.microsoft.com/office/drawing/2014/main" id="{A691C9BF-2C82-4A55-B942-8F7E9C4F8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5335" y="1310005"/>
            <a:ext cx="5715" cy="183324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111111"/>
            </a:solidFill>
            <a:prstDash val="solid"/>
          </a:ln>
        </p:spPr>
      </p:sp>
      <p:sp>
        <p:nvSpPr>
          <p:cNvPr id="14" name="power-supply">
            <a:extLst xmlns:a="http://schemas.openxmlformats.org/drawingml/2006/main">
              <a:ext uri="{FF2B5EF4-FFF2-40B4-BE49-F238E27FC236}">
                <a16:creationId xmlns:a16="http://schemas.microsoft.com/office/drawing/2014/main" id="{12DAAC83-F6C5-4C52-9BD4-95A6F17BF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3143250"/>
            <a:ext cx="2286000" cy="1905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111111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2100">
                <a:solidFill>
                  <a:srgbClr val="111111"/>
                </a:solidFill>
              </a:defRPr>
            </a:pPr>
            <a:r>
              <a:rPr sz="2100">
                <a:solidFill>
                  <a:srgbClr val="111111"/>
                </a:solidFill>
              </a:rPr>
              <a:t>供电电源</a:t>
            </a:r>
            <a:endParaRPr sz="2100">
              <a:solidFill>
                <a:srgbClr val="111111"/>
              </a:solidFill>
            </a:endParaRPr>
          </a:p>
        </p:txBody>
      </p:sp>
      <p:sp>
        <p:nvSpPr>
          <p:cNvPr id="15" name="air-switch">
            <a:extLst xmlns:a="http://schemas.openxmlformats.org/drawingml/2006/main">
              <a:ext uri="{FF2B5EF4-FFF2-40B4-BE49-F238E27FC236}">
                <a16:creationId xmlns:a16="http://schemas.microsoft.com/office/drawing/2014/main" id="{35703F69-D5AF-4766-80FC-8EC781D73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3143250"/>
            <a:ext cx="13335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111111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111111"/>
                </a:solidFill>
              </a:defRPr>
            </a:pPr>
            <a:r>
              <a:rPr sz="1800">
                <a:solidFill>
                  <a:srgbClr val="111111"/>
                </a:solidFill>
              </a:rPr>
              <a:t>空气开关</a:t>
            </a:r>
            <a:endParaRPr sz="1800">
              <a:solidFill>
                <a:srgbClr val="111111"/>
              </a:solidFill>
            </a:endParaRPr>
          </a:p>
        </p:txBody>
      </p:sp>
      <p:sp>
        <p:nvSpPr>
          <p:cNvPr id="16" name="boiling-module">
            <a:extLst xmlns:a="http://schemas.openxmlformats.org/drawingml/2006/main">
              <a:ext uri="{FF2B5EF4-FFF2-40B4-BE49-F238E27FC236}">
                <a16:creationId xmlns:a16="http://schemas.microsoft.com/office/drawing/2014/main" id="{3360D9FA-4A3E-4EAE-9297-4B7982F06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143250"/>
            <a:ext cx="1905000" cy="1905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111111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111111"/>
                </a:solidFill>
              </a:defRPr>
            </a:pPr>
            <a:r>
              <a:rPr sz="1800">
                <a:solidFill>
                  <a:srgbClr val="111111"/>
                </a:solidFill>
              </a:rPr>
              <a:t>新型无泵式沸腾散热实验模块</a:t>
            </a:r>
            <a:endParaRPr sz="1800">
              <a:solidFill>
                <a:srgbClr val="111111"/>
              </a:solidFill>
            </a:endParaRPr>
          </a:p>
        </p:txBody>
      </p:sp>
      <p:sp>
        <p:nvSpPr>
          <p:cNvPr id="17" name="oscilloscope-clamp">
            <a:extLst xmlns:a="http://schemas.openxmlformats.org/drawingml/2006/main">
              <a:ext uri="{FF2B5EF4-FFF2-40B4-BE49-F238E27FC236}">
                <a16:creationId xmlns:a16="http://schemas.microsoft.com/office/drawing/2014/main" id="{D9C4F07D-11C8-4443-B9D3-96BCA33A7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809625"/>
            <a:ext cx="180975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111111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725">
                <a:solidFill>
                  <a:srgbClr val="111111"/>
                </a:solidFill>
              </a:defRPr>
            </a:pPr>
            <a:r>
              <a:rPr sz="1725">
                <a:solidFill>
                  <a:srgbClr val="111111"/>
                </a:solidFill>
              </a:rPr>
              <a:t>示波器＋</a:t>
            </a:r>
            <a:endParaRPr sz="1725">
              <a:solidFill>
                <a:srgbClr val="111111"/>
              </a:solidFill>
            </a:endParaRPr>
          </a:p>
          <a:p xmlns:a="http://schemas.openxmlformats.org/drawingml/2006/main">
            <a:pPr algn="ctr">
              <a:buNone/>
              <a:defRPr sz="1725">
                <a:solidFill>
                  <a:srgbClr val="111111"/>
                </a:solidFill>
              </a:defRPr>
            </a:pPr>
            <a:r>
              <a:rPr sz="1725">
                <a:solidFill>
                  <a:srgbClr val="111111"/>
                </a:solidFill>
              </a:rPr>
              <a:t>电流钳</a:t>
            </a:r>
            <a:endParaRPr sz="1725">
              <a:solidFill>
                <a:srgbClr val="111111"/>
              </a:solidFill>
            </a:endParaRPr>
          </a:p>
        </p:txBody>
      </p:sp>
      <p:sp>
        <p:nvSpPr>
          <p:cNvPr id="18" name="current-clamp-ring">
            <a:extLst xmlns:a="http://schemas.openxmlformats.org/drawingml/2006/main">
              <a:ext uri="{FF2B5EF4-FFF2-40B4-BE49-F238E27FC236}">
                <a16:creationId xmlns:a16="http://schemas.microsoft.com/office/drawing/2014/main" id="{A4265F07-EAD9-49C7-A3FF-DD333B617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3143250"/>
            <a:ext cx="285750" cy="10001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111111"/>
            </a:solidFill>
            <a:prstDash val="solid"/>
          </a:ln>
        </p:spPr>
      </p:sp>
      <p:sp>
        <p:nvSpPr>
          <p:cNvPr id="19" name="positive-100v">
            <a:extLst xmlns:a="http://schemas.openxmlformats.org/drawingml/2006/main">
              <a:ext uri="{FF2B5EF4-FFF2-40B4-BE49-F238E27FC236}">
                <a16:creationId xmlns:a16="http://schemas.microsoft.com/office/drawing/2014/main" id="{3B370BCB-B19E-43E7-BB61-39230D78E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5830" y="2493010"/>
            <a:ext cx="1238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111111"/>
                </a:solidFill>
              </a:defRPr>
            </a:pPr>
            <a:r>
              <a:rPr sz="1800">
                <a:solidFill>
                  <a:srgbClr val="111111"/>
                </a:solidFill>
              </a:rPr>
              <a:t>+100V</a:t>
            </a:r>
            <a:endParaRPr sz="1800">
              <a:solidFill>
                <a:srgbClr val="111111"/>
              </a:solidFill>
            </a:endParaRPr>
          </a:p>
        </p:txBody>
      </p:sp>
      <p:sp>
        <p:nvSpPr>
          <p:cNvPr id="20" name="return-label">
            <a:extLst xmlns:a="http://schemas.openxmlformats.org/drawingml/2006/main">
              <a:ext uri="{FF2B5EF4-FFF2-40B4-BE49-F238E27FC236}">
                <a16:creationId xmlns:a16="http://schemas.microsoft.com/office/drawing/2014/main" id="{1F85050D-DD31-4978-B5DE-6C60F253D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5095875"/>
            <a:ext cx="1809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725">
                <a:solidFill>
                  <a:srgbClr val="111111"/>
                </a:solidFill>
              </a:defRPr>
            </a:pPr>
            <a:r>
              <a:rPr sz="1725">
                <a:solidFill>
                  <a:srgbClr val="111111"/>
                </a:solidFill>
              </a:rPr>
              <a:t>+100V回线</a:t>
            </a:r>
            <a:endParaRPr sz="1725">
              <a:solidFill>
                <a:srgbClr val="11111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8641636"/>
      </p:ext>
    </p:extLst>
  </p:cSld>
</p:sld>
</file>

<file path=ppt/slides/slide1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6" name="图片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85783d1941f42f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868680"/>
            <a:ext cx="9525000" cy="5120005"/>
          </a:xfrm>
          <a:prstGeom xmlns:a="http://schemas.openxmlformats.org/drawingml/2006/main" prst="rect">
            <a:avLst/>
          </a:prstGeom>
        </p:spPr>
      </p:pic>
      <p:cxnSp>
        <p:nvCxnSpPr>
          <p:cNvPr id="7" name="直接箭头连接符 2"/>
          <p:cNvCxnSpPr>
            <a:stCxn xmlns:a="http://schemas.openxmlformats.org/drawingml/2006/main" id="4" idx="0"/>
          </p:cNvCxnSpPr>
          <p:nvPr/>
        </p:nvCxnSpPr>
        <p:spPr>
          <a:xfrm xmlns:a="http://schemas.openxmlformats.org/drawingml/2006/main" flipH="1" flipV="1">
            <a:off x="7714615" y="3860800"/>
            <a:ext cx="657225" cy="792480"/>
          </a:xfrm>
          <a:prstGeom xmlns:a="http://schemas.openxmlformats.org/drawingml/2006/main" prst="straightConnector1">
            <a:avLst/>
          </a:prstGeom>
          <a:ln xmlns:a="http://schemas.openxmlformats.org/drawingml/2006/main" w="12700">
            <a:solidFill>
              <a:schemeClr val="tx1"/>
            </a:solidFill>
            <a:tailEnd type="triangle"/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rgbClr val="FFFFFF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tx1"/>
          </a:fontRef>
        </p:style>
      </p:cxnSp>
      <p:sp>
        <p:nvSpPr>
          <p:cNvPr id="4" name="文本框 3">
            <a:extLst xmlns:a="http://schemas.openxmlformats.org/drawingml/2006/main">
              <a:ext uri="{FF2B5EF4-FFF2-40B4-BE49-F238E27FC236}">
                <a16:creationId xmlns:a16="http://schemas.microsoft.com/office/drawing/2014/main" id="{2F9E4C4F-21B1-40B5-A01D-FB991ABCE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7005" y="4653280"/>
            <a:ext cx="1169670" cy="3987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>
                <a:solidFill>
                  <a:srgbClr val="111111"/>
                </a:solidFill>
              </a:defRPr>
            </a:pPr>
            <a:r>
              <a:rPr sz="1000">
                <a:solidFill>
                  <a:srgbClr val="111111"/>
                </a:solidFill>
              </a:rPr>
              <a:t>电连接器</a:t>
            </a:r>
            <a:r>
              <a:rPr sz="1000">
                <a:solidFill>
                  <a:srgbClr val="111111"/>
                </a:solidFill>
              </a:rPr>
              <a:t>1</a:t>
            </a:r>
            <a:r>
              <a:rPr sz="1000">
                <a:solidFill>
                  <a:srgbClr val="111111"/>
                </a:solidFill>
              </a:rPr>
              <a:t>点</a:t>
            </a:r>
            <a:endParaRPr sz="1000">
              <a:solidFill>
                <a:srgbClr val="111111"/>
              </a:solidFill>
            </a:endParaRPr>
          </a:p>
          <a:p xmlns:a="http://schemas.openxmlformats.org/drawingml/2006/main">
            <a:pPr algn="ctr">
              <a:buNone/>
              <a:defRPr sz="1350">
                <a:solidFill>
                  <a:srgbClr val="111111"/>
                </a:solidFill>
              </a:defRPr>
            </a:pPr>
            <a:r>
              <a:rPr sz="1000">
                <a:solidFill>
                  <a:srgbClr val="111111"/>
                </a:solidFill>
              </a:rPr>
              <a:t>（</a:t>
            </a:r>
            <a:r>
              <a:rPr sz="1000">
                <a:solidFill>
                  <a:srgbClr val="111111"/>
                </a:solidFill>
              </a:rPr>
              <a:t>正上方）</a:t>
            </a:r>
            <a:endParaRPr sz="1000">
              <a:solidFill>
                <a:srgbClr val="11111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6446921"/>
      </p:ext>
    </p:extLst>
  </p:cSld>
</p:sld>
</file>

<file path=ppt/slides/slide1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F62879FD-E7C7-4752-B331-00D34D23D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3670" y="1484630"/>
            <a:ext cx="2661285" cy="19519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solidFill>
              <a:schemeClr val="tx1"/>
            </a:solidFill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3200">
                <a:solidFill>
                  <a:schemeClr val="tx1"/>
                </a:solidFill>
              </a:rPr>
              <a:t>100V</a:t>
            </a:r>
            <a:r>
              <a:rPr sz="3200">
                <a:solidFill>
                  <a:schemeClr val="tx1"/>
                </a:solidFill>
              </a:rPr>
              <a:t>电源</a:t>
            </a:r>
            <a:endParaRPr sz="3200">
              <a:solidFill>
                <a:schemeClr val="tx1"/>
              </a:solidFill>
            </a:endParaRPr>
          </a:p>
        </p:txBody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34F32302-F0BC-4BE3-8CDB-959260AF3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24525" y="1412875"/>
            <a:ext cx="2661285" cy="19519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solidFill>
              <a:schemeClr val="tx1"/>
            </a:solidFill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3200">
                <a:solidFill>
                  <a:schemeClr val="tx1"/>
                </a:solidFill>
              </a:rPr>
              <a:t>实验模块</a:t>
            </a:r>
            <a:endParaRPr sz="3200">
              <a:solidFill>
                <a:schemeClr val="tx1"/>
              </a:solidFill>
            </a:endParaRPr>
          </a:p>
        </p:txBody>
      </p:sp>
      <p:cxnSp>
        <p:nvCxnSpPr>
          <p:cNvPr id="43" name="直接箭头连接符 7"/>
          <p:cNvCxnSpPr/>
          <p:nvPr/>
        </p:nvCxnSpPr>
        <p:spPr>
          <a:xfrm xmlns:a="http://schemas.openxmlformats.org/drawingml/2006/main">
            <a:off x="4114165" y="1772920"/>
            <a:ext cx="1581150" cy="0"/>
          </a:xfrm>
          <a:prstGeom xmlns:a="http://schemas.openxmlformats.org/drawingml/2006/main" prst="straightConnector1">
            <a:avLst/>
          </a:prstGeom>
          <a:ln xmlns:a="http://schemas.openxmlformats.org/drawingml/2006/main">
            <a:solidFill>
              <a:schemeClr val="tx1"/>
            </a:solidFill>
            <a:tailEnd type="none"/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rgbClr val="FFFFFF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tx1"/>
          </a:fontRef>
        </p:style>
      </p:cxnSp>
      <p:cxnSp>
        <p:nvCxnSpPr>
          <p:cNvPr id="44" name="直接箭头连接符 8"/>
          <p:cNvCxnSpPr/>
          <p:nvPr/>
        </p:nvCxnSpPr>
        <p:spPr>
          <a:xfrm xmlns:a="http://schemas.openxmlformats.org/drawingml/2006/main" flipH="1">
            <a:off x="4114165" y="2853055"/>
            <a:ext cx="1584325" cy="0"/>
          </a:xfrm>
          <a:prstGeom xmlns:a="http://schemas.openxmlformats.org/drawingml/2006/main" prst="straightConnector1">
            <a:avLst/>
          </a:prstGeom>
          <a:ln xmlns:a="http://schemas.openxmlformats.org/drawingml/2006/main">
            <a:solidFill>
              <a:schemeClr val="tx1"/>
            </a:solidFill>
            <a:tailEnd type="none"/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rgbClr val="FFFFFF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tx1"/>
          </a:fontRef>
        </p:style>
      </p:cxnSp>
      <p:sp>
        <p:nvSpPr>
          <p:cNvPr id="10" name="文本框 9">
            <a:extLst xmlns:a="http://schemas.openxmlformats.org/drawingml/2006/main">
              <a:ext uri="{FF2B5EF4-FFF2-40B4-BE49-F238E27FC236}">
                <a16:creationId xmlns:a16="http://schemas.microsoft.com/office/drawing/2014/main" id="{E91A3BE7-72F4-40E5-9FC0-30F3C9C83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98265" y="1340485"/>
            <a:ext cx="1936115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t>正</a:t>
            </a:r>
            <a:endParaRPr/>
          </a:p>
        </p:txBody>
      </p:sp>
      <p:sp>
        <p:nvSpPr>
          <p:cNvPr id="11" name="文本框 10">
            <a:extLst xmlns:a="http://schemas.openxmlformats.org/drawingml/2006/main">
              <a:ext uri="{FF2B5EF4-FFF2-40B4-BE49-F238E27FC236}">
                <a16:creationId xmlns:a16="http://schemas.microsoft.com/office/drawing/2014/main" id="{BA2FB36C-4CA2-4C1C-B28D-F6916E989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2365" y="2924810"/>
            <a:ext cx="1936115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t>负</a:t>
            </a:r>
            <a:endParaRPr/>
          </a:p>
        </p:txBody>
      </p:sp>
      <p:cxnSp>
        <p:nvCxnSpPr>
          <p:cNvPr id="47" name="直接箭头连接符 11"/>
          <p:cNvCxnSpPr/>
          <p:nvPr/>
        </p:nvCxnSpPr>
        <p:spPr>
          <a:xfrm xmlns:a="http://schemas.openxmlformats.org/drawingml/2006/main" rot="0" flipH="0" flipV="1">
            <a:off x="5081299" y="2855595"/>
            <a:ext cx="0" cy="264713"/>
          </a:xfrm>
          <a:prstGeom xmlns:a="http://schemas.openxmlformats.org/drawingml/2006/main" prst="straightConnector1">
            <a:avLst/>
          </a:prstGeom>
          <a:ln xmlns:a="http://schemas.openxmlformats.org/drawingml/2006/main">
            <a:solidFill>
              <a:schemeClr val="tx1"/>
            </a:solidFill>
            <a:tailEnd type="none"/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rgbClr val="FFFFFF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tx1"/>
          </a:fontRef>
        </p:style>
      </p:cxnSp>
      <p:cxnSp>
        <p:nvCxnSpPr>
          <p:cNvPr id="48" name="直接箭头连接符 12"/>
          <p:cNvCxnSpPr/>
          <p:nvPr/>
        </p:nvCxnSpPr>
        <p:spPr>
          <a:xfrm xmlns:a="http://schemas.openxmlformats.org/drawingml/2006/main" rot="0" flipH="1" flipV="0">
            <a:off x="4949191" y="3125371"/>
            <a:ext cx="274708" cy="0"/>
          </a:xfrm>
          <a:prstGeom xmlns:a="http://schemas.openxmlformats.org/drawingml/2006/main" prst="straightConnector1">
            <a:avLst/>
          </a:prstGeom>
          <a:ln xmlns:a="http://schemas.openxmlformats.org/drawingml/2006/main">
            <a:solidFill>
              <a:schemeClr val="tx1"/>
            </a:solidFill>
            <a:tailEnd type="none"/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rgbClr val="FFFFFF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tx1"/>
          </a:fontRef>
        </p:style>
      </p:cxnSp>
      <p:cxnSp>
        <p:nvCxnSpPr>
          <p:cNvPr id="49" name="直接箭头连接符 13"/>
          <p:cNvCxnSpPr/>
          <p:nvPr/>
        </p:nvCxnSpPr>
        <p:spPr>
          <a:xfrm xmlns:a="http://schemas.openxmlformats.org/drawingml/2006/main" rot="0" flipH="1" flipV="0">
            <a:off x="4981441" y="3213738"/>
            <a:ext cx="210208" cy="0"/>
          </a:xfrm>
          <a:prstGeom xmlns:a="http://schemas.openxmlformats.org/drawingml/2006/main" prst="straightConnector1">
            <a:avLst/>
          </a:prstGeom>
          <a:ln xmlns:a="http://schemas.openxmlformats.org/drawingml/2006/main">
            <a:solidFill>
              <a:schemeClr val="tx1"/>
            </a:solidFill>
            <a:tailEnd type="none"/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rgbClr val="FFFFFF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tx1"/>
          </a:fontRef>
        </p:style>
      </p:cxnSp>
      <p:cxnSp>
        <p:nvCxnSpPr>
          <p:cNvPr id="50" name="直接箭头连接符 14"/>
          <p:cNvCxnSpPr/>
          <p:nvPr/>
        </p:nvCxnSpPr>
        <p:spPr>
          <a:xfrm xmlns:a="http://schemas.openxmlformats.org/drawingml/2006/main" rot="0" flipH="1" flipV="0">
            <a:off x="5014079" y="3291595"/>
            <a:ext cx="132497" cy="0"/>
          </a:xfrm>
          <a:prstGeom xmlns:a="http://schemas.openxmlformats.org/drawingml/2006/main" prst="straightConnector1">
            <a:avLst/>
          </a:prstGeom>
          <a:ln xmlns:a="http://schemas.openxmlformats.org/drawingml/2006/main">
            <a:solidFill>
              <a:schemeClr val="tx1"/>
            </a:solidFill>
            <a:tailEnd type="none"/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rgbClr val="FFFFFF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tx1"/>
          </a:fontRef>
        </p:style>
      </p:cxnSp>
      <p:cxnSp>
        <p:nvCxnSpPr>
          <p:cNvPr id="51" name="直接箭头连接符 23"/>
          <p:cNvCxnSpPr/>
          <p:nvPr/>
        </p:nvCxnSpPr>
        <p:spPr>
          <a:xfrm xmlns:a="http://schemas.openxmlformats.org/drawingml/2006/main">
            <a:off x="8411845" y="1772920"/>
            <a:ext cx="890905" cy="0"/>
          </a:xfrm>
          <a:prstGeom xmlns:a="http://schemas.openxmlformats.org/drawingml/2006/main" prst="straightConnector1">
            <a:avLst/>
          </a:prstGeom>
          <a:ln xmlns:a="http://schemas.openxmlformats.org/drawingml/2006/main">
            <a:solidFill>
              <a:schemeClr val="tx1"/>
            </a:solidFill>
            <a:tailEnd type="none"/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rgbClr val="FFFFFF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tx1"/>
          </a:fontRef>
        </p:style>
      </p:cxnSp>
      <p:cxnSp>
        <p:nvCxnSpPr>
          <p:cNvPr id="52" name="直接箭头连接符 24"/>
          <p:cNvCxnSpPr/>
          <p:nvPr/>
        </p:nvCxnSpPr>
        <p:spPr>
          <a:xfrm xmlns:a="http://schemas.openxmlformats.org/drawingml/2006/main">
            <a:off x="9298940" y="1772920"/>
            <a:ext cx="0" cy="2376170"/>
          </a:xfrm>
          <a:prstGeom xmlns:a="http://schemas.openxmlformats.org/drawingml/2006/main" prst="straightConnector1">
            <a:avLst/>
          </a:prstGeom>
          <a:ln xmlns:a="http://schemas.openxmlformats.org/drawingml/2006/main">
            <a:solidFill>
              <a:schemeClr val="tx1"/>
            </a:solidFill>
            <a:tailEnd type="none"/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rgbClr val="FFFFFF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tx1"/>
          </a:fontRef>
        </p:style>
      </p:cxnSp>
      <p:cxnSp>
        <p:nvCxnSpPr>
          <p:cNvPr id="53" name="直接箭头连接符 26"/>
          <p:cNvCxnSpPr/>
          <p:nvPr/>
        </p:nvCxnSpPr>
        <p:spPr>
          <a:xfrm xmlns:a="http://schemas.openxmlformats.org/drawingml/2006/main" rot="0" flipH="0" flipV="1">
            <a:off x="9293889" y="4023360"/>
            <a:ext cx="0" cy="264713"/>
          </a:xfrm>
          <a:prstGeom xmlns:a="http://schemas.openxmlformats.org/drawingml/2006/main" prst="straightConnector1">
            <a:avLst/>
          </a:prstGeom>
          <a:ln xmlns:a="http://schemas.openxmlformats.org/drawingml/2006/main">
            <a:solidFill>
              <a:schemeClr val="tx1"/>
            </a:solidFill>
            <a:tailEnd type="none"/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rgbClr val="FFFFFF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tx1"/>
          </a:fontRef>
        </p:style>
      </p:cxnSp>
      <p:cxnSp>
        <p:nvCxnSpPr>
          <p:cNvPr id="54" name="直接箭头连接符 28"/>
          <p:cNvCxnSpPr/>
          <p:nvPr/>
        </p:nvCxnSpPr>
        <p:spPr>
          <a:xfrm xmlns:a="http://schemas.openxmlformats.org/drawingml/2006/main" rot="0" flipH="1" flipV="0">
            <a:off x="9161781" y="4293136"/>
            <a:ext cx="274708" cy="0"/>
          </a:xfrm>
          <a:prstGeom xmlns:a="http://schemas.openxmlformats.org/drawingml/2006/main" prst="straightConnector1">
            <a:avLst/>
          </a:prstGeom>
          <a:ln xmlns:a="http://schemas.openxmlformats.org/drawingml/2006/main">
            <a:solidFill>
              <a:schemeClr val="tx1"/>
            </a:solidFill>
            <a:tailEnd type="none"/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rgbClr val="FFFFFF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tx1"/>
          </a:fontRef>
        </p:style>
      </p:cxnSp>
      <p:cxnSp>
        <p:nvCxnSpPr>
          <p:cNvPr id="55" name="直接箭头连接符 29"/>
          <p:cNvCxnSpPr/>
          <p:nvPr/>
        </p:nvCxnSpPr>
        <p:spPr>
          <a:xfrm xmlns:a="http://schemas.openxmlformats.org/drawingml/2006/main" rot="0" flipH="1" flipV="0">
            <a:off x="9194031" y="4381503"/>
            <a:ext cx="210208" cy="0"/>
          </a:xfrm>
          <a:prstGeom xmlns:a="http://schemas.openxmlformats.org/drawingml/2006/main" prst="straightConnector1">
            <a:avLst/>
          </a:prstGeom>
          <a:ln xmlns:a="http://schemas.openxmlformats.org/drawingml/2006/main">
            <a:solidFill>
              <a:schemeClr val="tx1"/>
            </a:solidFill>
            <a:tailEnd type="none"/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rgbClr val="FFFFFF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tx1"/>
          </a:fontRef>
        </p:style>
      </p:cxnSp>
      <p:cxnSp>
        <p:nvCxnSpPr>
          <p:cNvPr id="56" name="直接箭头连接符 30"/>
          <p:cNvCxnSpPr/>
          <p:nvPr/>
        </p:nvCxnSpPr>
        <p:spPr>
          <a:xfrm xmlns:a="http://schemas.openxmlformats.org/drawingml/2006/main" rot="0" flipH="1" flipV="0">
            <a:off x="9226669" y="4459360"/>
            <a:ext cx="132497" cy="0"/>
          </a:xfrm>
          <a:prstGeom xmlns:a="http://schemas.openxmlformats.org/drawingml/2006/main" prst="straightConnector1">
            <a:avLst/>
          </a:prstGeom>
          <a:ln xmlns:a="http://schemas.openxmlformats.org/drawingml/2006/main">
            <a:solidFill>
              <a:schemeClr val="tx1"/>
            </a:solidFill>
            <a:tailEnd type="none"/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rgbClr val="FFFFFF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tx1"/>
          </a:fontRef>
        </p:style>
      </p:cxnSp>
      <p:cxnSp>
        <p:nvCxnSpPr>
          <p:cNvPr id="57" name="直接箭头连接符 31"/>
          <p:cNvCxnSpPr/>
          <p:nvPr/>
        </p:nvCxnSpPr>
        <p:spPr>
          <a:xfrm xmlns:a="http://schemas.openxmlformats.org/drawingml/2006/main" flipH="1">
            <a:off x="732155" y="2493010"/>
            <a:ext cx="694690" cy="0"/>
          </a:xfrm>
          <a:prstGeom xmlns:a="http://schemas.openxmlformats.org/drawingml/2006/main" prst="straightConnector1">
            <a:avLst/>
          </a:prstGeom>
          <a:ln xmlns:a="http://schemas.openxmlformats.org/drawingml/2006/main">
            <a:solidFill>
              <a:schemeClr val="tx1"/>
            </a:solidFill>
            <a:tailEnd type="none"/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rgbClr val="FFFFFF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tx1"/>
          </a:fontRef>
        </p:style>
      </p:cxnSp>
      <p:cxnSp>
        <p:nvCxnSpPr>
          <p:cNvPr id="58" name="直接箭头连接符 32"/>
          <p:cNvCxnSpPr/>
          <p:nvPr/>
        </p:nvCxnSpPr>
        <p:spPr>
          <a:xfrm xmlns:a="http://schemas.openxmlformats.org/drawingml/2006/main">
            <a:off x="732155" y="2493010"/>
            <a:ext cx="0" cy="2376170"/>
          </a:xfrm>
          <a:prstGeom xmlns:a="http://schemas.openxmlformats.org/drawingml/2006/main" prst="straightConnector1">
            <a:avLst/>
          </a:prstGeom>
          <a:ln xmlns:a="http://schemas.openxmlformats.org/drawingml/2006/main">
            <a:solidFill>
              <a:schemeClr val="tx1"/>
            </a:solidFill>
            <a:tailEnd type="none"/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rgbClr val="FFFFFF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tx1"/>
          </a:fontRef>
        </p:style>
      </p:cxnSp>
      <p:cxnSp>
        <p:nvCxnSpPr>
          <p:cNvPr id="59" name="直接箭头连接符 34"/>
          <p:cNvCxnSpPr/>
          <p:nvPr/>
        </p:nvCxnSpPr>
        <p:spPr>
          <a:xfrm xmlns:a="http://schemas.openxmlformats.org/drawingml/2006/main" rot="0" flipH="0" flipV="1">
            <a:off x="727104" y="4671060"/>
            <a:ext cx="0" cy="264713"/>
          </a:xfrm>
          <a:prstGeom xmlns:a="http://schemas.openxmlformats.org/drawingml/2006/main" prst="straightConnector1">
            <a:avLst/>
          </a:prstGeom>
          <a:ln xmlns:a="http://schemas.openxmlformats.org/drawingml/2006/main">
            <a:solidFill>
              <a:schemeClr val="tx1"/>
            </a:solidFill>
            <a:tailEnd type="none"/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rgbClr val="FFFFFF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tx1"/>
          </a:fontRef>
        </p:style>
      </p:cxnSp>
      <p:cxnSp>
        <p:nvCxnSpPr>
          <p:cNvPr id="60" name="直接箭头连接符 36"/>
          <p:cNvCxnSpPr/>
          <p:nvPr/>
        </p:nvCxnSpPr>
        <p:spPr>
          <a:xfrm xmlns:a="http://schemas.openxmlformats.org/drawingml/2006/main" rot="0" flipH="1" flipV="0">
            <a:off x="594996" y="4940836"/>
            <a:ext cx="274708" cy="0"/>
          </a:xfrm>
          <a:prstGeom xmlns:a="http://schemas.openxmlformats.org/drawingml/2006/main" prst="straightConnector1">
            <a:avLst/>
          </a:prstGeom>
          <a:ln xmlns:a="http://schemas.openxmlformats.org/drawingml/2006/main">
            <a:solidFill>
              <a:schemeClr val="tx1"/>
            </a:solidFill>
            <a:tailEnd type="none"/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rgbClr val="FFFFFF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tx1"/>
          </a:fontRef>
        </p:style>
      </p:cxnSp>
      <p:cxnSp>
        <p:nvCxnSpPr>
          <p:cNvPr id="61" name="直接箭头连接符 37"/>
          <p:cNvCxnSpPr/>
          <p:nvPr/>
        </p:nvCxnSpPr>
        <p:spPr>
          <a:xfrm xmlns:a="http://schemas.openxmlformats.org/drawingml/2006/main" rot="0" flipH="1" flipV="0">
            <a:off x="627246" y="5029203"/>
            <a:ext cx="210208" cy="0"/>
          </a:xfrm>
          <a:prstGeom xmlns:a="http://schemas.openxmlformats.org/drawingml/2006/main" prst="straightConnector1">
            <a:avLst/>
          </a:prstGeom>
          <a:ln xmlns:a="http://schemas.openxmlformats.org/drawingml/2006/main">
            <a:solidFill>
              <a:schemeClr val="tx1"/>
            </a:solidFill>
            <a:tailEnd type="none"/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rgbClr val="FFFFFF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tx1"/>
          </a:fontRef>
        </p:style>
      </p:cxnSp>
      <p:cxnSp>
        <p:nvCxnSpPr>
          <p:cNvPr id="62" name="直接箭头连接符 38"/>
          <p:cNvCxnSpPr/>
          <p:nvPr/>
        </p:nvCxnSpPr>
        <p:spPr>
          <a:xfrm xmlns:a="http://schemas.openxmlformats.org/drawingml/2006/main" rot="0" flipH="1" flipV="0">
            <a:off x="659884" y="5107060"/>
            <a:ext cx="132497" cy="0"/>
          </a:xfrm>
          <a:prstGeom xmlns:a="http://schemas.openxmlformats.org/drawingml/2006/main" prst="straightConnector1">
            <a:avLst/>
          </a:prstGeom>
          <a:ln xmlns:a="http://schemas.openxmlformats.org/drawingml/2006/main">
            <a:solidFill>
              <a:schemeClr val="tx1"/>
            </a:solidFill>
            <a:tailEnd type="none"/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rgbClr val="FFFFFF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tx1"/>
          </a:fontRef>
        </p:style>
      </p:cxnSp>
      <p:sp>
        <p:nvSpPr>
          <p:cNvPr id="40" name="文本框 39">
            <a:extLst xmlns:a="http://schemas.openxmlformats.org/drawingml/2006/main">
              <a:ext uri="{FF2B5EF4-FFF2-40B4-BE49-F238E27FC236}">
                <a16:creationId xmlns:a16="http://schemas.microsoft.com/office/drawing/2014/main" id="{6682E01A-75FF-4265-89B5-EA150B63E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349885" y="1988820"/>
            <a:ext cx="1936115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t>电源壳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832337225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05050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8" name="root-to-branch">
            <a:extLst xmlns:a="http://schemas.openxmlformats.org/drawingml/2006/main">
              <a:ext uri="{FF2B5EF4-FFF2-40B4-BE49-F238E27FC236}">
                <a16:creationId xmlns:a16="http://schemas.microsoft.com/office/drawing/2014/main" id="{8F176305-A905-4389-A632-1F274955A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3429000"/>
            <a:ext cx="2381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4596D8"/>
            </a:solidFill>
            <a:prstDash val="solid"/>
          </a:ln>
        </p:spPr>
      </p:sp>
      <p:sp>
        <p:nvSpPr>
          <p:cNvPr id="2" name="left-vertical-bus">
            <a:extLst xmlns:a="http://schemas.openxmlformats.org/drawingml/2006/main">
              <a:ext uri="{FF2B5EF4-FFF2-40B4-BE49-F238E27FC236}">
                <a16:creationId xmlns:a16="http://schemas.microsoft.com/office/drawing/2014/main" id="{B763FF82-6414-4BC4-B7C5-DD45B6D8C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" y="1190625"/>
            <a:ext cx="0" cy="44767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4596D8"/>
            </a:solidFill>
            <a:prstDash val="solid"/>
          </a:ln>
        </p:spPr>
      </p:sp>
      <p:sp>
        <p:nvSpPr>
          <p:cNvPr id="3" name="pre-state-branch">
            <a:extLst xmlns:a="http://schemas.openxmlformats.org/drawingml/2006/main">
              <a:ext uri="{FF2B5EF4-FFF2-40B4-BE49-F238E27FC236}">
                <a16:creationId xmlns:a16="http://schemas.microsoft.com/office/drawing/2014/main" id="{221BDCC4-94E2-4E15-B413-EFCB08BB0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" y="1190625"/>
            <a:ext cx="4286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4596D8"/>
            </a:solidFill>
            <a:prstDash val="solid"/>
          </a:ln>
        </p:spPr>
      </p:sp>
      <p:sp>
        <p:nvSpPr>
          <p:cNvPr id="4" name="desktop-branch">
            <a:extLst xmlns:a="http://schemas.openxmlformats.org/drawingml/2006/main">
              <a:ext uri="{FF2B5EF4-FFF2-40B4-BE49-F238E27FC236}">
                <a16:creationId xmlns:a16="http://schemas.microsoft.com/office/drawing/2014/main" id="{EC5201A3-7EDE-43BC-A1BA-BBD7B4EFA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" y="3429000"/>
            <a:ext cx="4286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4596D8"/>
            </a:solidFill>
            <a:prstDash val="solid"/>
          </a:ln>
        </p:spPr>
      </p:sp>
      <p:sp>
        <p:nvSpPr>
          <p:cNvPr id="5" name="system-branch">
            <a:extLst xmlns:a="http://schemas.openxmlformats.org/drawingml/2006/main">
              <a:ext uri="{FF2B5EF4-FFF2-40B4-BE49-F238E27FC236}">
                <a16:creationId xmlns:a16="http://schemas.microsoft.com/office/drawing/2014/main" id="{533A1134-BA16-4F4D-BE43-7E1C78E18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" y="5667375"/>
            <a:ext cx="4286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4596D8"/>
            </a:solidFill>
            <a:prstDash val="solid"/>
          </a:ln>
        </p:spPr>
      </p:sp>
      <p:sp>
        <p:nvSpPr>
          <p:cNvPr id="6" name="pre-to-test-bus">
            <a:extLst xmlns:a="http://schemas.openxmlformats.org/drawingml/2006/main">
              <a:ext uri="{FF2B5EF4-FFF2-40B4-BE49-F238E27FC236}">
                <a16:creationId xmlns:a16="http://schemas.microsoft.com/office/drawing/2014/main" id="{226C50E6-FD7E-4E65-B4B6-34564F9E0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1190625"/>
            <a:ext cx="2095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4596D8"/>
            </a:solidFill>
            <a:prstDash val="solid"/>
          </a:ln>
        </p:spPr>
      </p:sp>
      <p:sp>
        <p:nvSpPr>
          <p:cNvPr id="7" name="pre-test-vertical">
            <a:extLst xmlns:a="http://schemas.openxmlformats.org/drawingml/2006/main">
              <a:ext uri="{FF2B5EF4-FFF2-40B4-BE49-F238E27FC236}">
                <a16:creationId xmlns:a16="http://schemas.microsoft.com/office/drawing/2014/main" id="{C2E037B1-CCEA-45D4-9F94-97BB75B21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619125"/>
            <a:ext cx="0" cy="1714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4596D8"/>
            </a:solidFill>
            <a:prstDash val="solid"/>
          </a:ln>
        </p:spPr>
      </p:sp>
      <p:sp>
        <p:nvSpPr>
          <p:cNvPr id="8" name="pre-mech-branch">
            <a:extLst xmlns:a="http://schemas.openxmlformats.org/drawingml/2006/main">
              <a:ext uri="{FF2B5EF4-FFF2-40B4-BE49-F238E27FC236}">
                <a16:creationId xmlns:a16="http://schemas.microsoft.com/office/drawing/2014/main" id="{7FBFE7BD-00C1-4E94-A04E-C8F451735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619125"/>
            <a:ext cx="190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4596D8"/>
            </a:solidFill>
            <a:prstDash val="solid"/>
          </a:ln>
        </p:spPr>
      </p:sp>
      <p:sp>
        <p:nvSpPr>
          <p:cNvPr id="9" name="pre-thermal-branch">
            <a:extLst xmlns:a="http://schemas.openxmlformats.org/drawingml/2006/main">
              <a:ext uri="{FF2B5EF4-FFF2-40B4-BE49-F238E27FC236}">
                <a16:creationId xmlns:a16="http://schemas.microsoft.com/office/drawing/2014/main" id="{FB945626-55E8-4DF6-8809-219FC10AA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1285875"/>
            <a:ext cx="190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4596D8"/>
            </a:solidFill>
            <a:prstDash val="solid"/>
          </a:ln>
        </p:spPr>
      </p:sp>
      <p:sp>
        <p:nvSpPr>
          <p:cNvPr id="10" name="pre-electrical-branch">
            <a:extLst xmlns:a="http://schemas.openxmlformats.org/drawingml/2006/main">
              <a:ext uri="{FF2B5EF4-FFF2-40B4-BE49-F238E27FC236}">
                <a16:creationId xmlns:a16="http://schemas.microsoft.com/office/drawing/2014/main" id="{546AA1AE-719D-48DE-A14F-667C058BA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1952625"/>
            <a:ext cx="190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4596D8"/>
            </a:solidFill>
            <a:prstDash val="solid"/>
          </a:ln>
        </p:spPr>
      </p:sp>
      <p:sp>
        <p:nvSpPr>
          <p:cNvPr id="11" name="mech-down">
            <a:extLst xmlns:a="http://schemas.openxmlformats.org/drawingml/2006/main">
              <a:ext uri="{FF2B5EF4-FFF2-40B4-BE49-F238E27FC236}">
                <a16:creationId xmlns:a16="http://schemas.microsoft.com/office/drawing/2014/main" id="{D901FF2C-69FE-440D-845A-637C4DA85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876300"/>
            <a:ext cx="0" cy="1524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4596D8"/>
            </a:solidFill>
            <a:prstDash val="solid"/>
          </a:ln>
        </p:spPr>
      </p:sp>
      <p:sp>
        <p:nvSpPr>
          <p:cNvPr id="12" name="mech-down-head">
            <a:extLst xmlns:a="http://schemas.openxmlformats.org/drawingml/2006/main">
              <a:ext uri="{FF2B5EF4-FFF2-40B4-BE49-F238E27FC236}">
                <a16:creationId xmlns:a16="http://schemas.microsoft.com/office/drawing/2014/main" id="{BBAC7532-CF4A-4BA7-8383-CC41FEF66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952500"/>
            <a:ext cx="190500" cy="22860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4596D8"/>
          </a:solidFill>
          <a:ln xmlns:a="http://schemas.openxmlformats.org/drawingml/2006/main" w="9525">
            <a:solidFill>
              <a:srgbClr val="4596D8"/>
            </a:solidFill>
            <a:prstDash val="solid"/>
          </a:ln>
        </p:spPr>
      </p:sp>
      <p:sp>
        <p:nvSpPr>
          <p:cNvPr id="13" name="thermal-down">
            <a:extLst xmlns:a="http://schemas.openxmlformats.org/drawingml/2006/main">
              <a:ext uri="{FF2B5EF4-FFF2-40B4-BE49-F238E27FC236}">
                <a16:creationId xmlns:a16="http://schemas.microsoft.com/office/drawing/2014/main" id="{A7D5F24C-7756-433B-B0AB-4393139BB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1543050"/>
            <a:ext cx="0" cy="1524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4596D8"/>
            </a:solidFill>
            <a:prstDash val="solid"/>
          </a:ln>
        </p:spPr>
      </p:sp>
      <p:sp>
        <p:nvSpPr>
          <p:cNvPr id="14" name="thermal-down-head">
            <a:extLst xmlns:a="http://schemas.openxmlformats.org/drawingml/2006/main">
              <a:ext uri="{FF2B5EF4-FFF2-40B4-BE49-F238E27FC236}">
                <a16:creationId xmlns:a16="http://schemas.microsoft.com/office/drawing/2014/main" id="{F3BEA93C-503A-4559-BBFF-62A174636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1619250"/>
            <a:ext cx="190500" cy="22860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4596D8"/>
          </a:solidFill>
          <a:ln xmlns:a="http://schemas.openxmlformats.org/drawingml/2006/main" w="9525">
            <a:solidFill>
              <a:srgbClr val="4596D8"/>
            </a:solidFill>
            <a:prstDash val="solid"/>
          </a:ln>
        </p:spPr>
      </p:sp>
      <p:sp>
        <p:nvSpPr>
          <p:cNvPr id="15" name="desktop-to-sequence">
            <a:extLst xmlns:a="http://schemas.openxmlformats.org/drawingml/2006/main">
              <a:ext uri="{FF2B5EF4-FFF2-40B4-BE49-F238E27FC236}">
                <a16:creationId xmlns:a16="http://schemas.microsoft.com/office/drawing/2014/main" id="{998604EA-3100-4BE5-8944-4CB2D03B3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429000"/>
            <a:ext cx="2095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4596D8"/>
            </a:solidFill>
            <a:prstDash val="solid"/>
          </a:ln>
        </p:spPr>
      </p:sp>
      <p:sp>
        <p:nvSpPr>
          <p:cNvPr id="16" name="desktop-sequence-vertical">
            <a:extLst xmlns:a="http://schemas.openxmlformats.org/drawingml/2006/main">
              <a:ext uri="{FF2B5EF4-FFF2-40B4-BE49-F238E27FC236}">
                <a16:creationId xmlns:a16="http://schemas.microsoft.com/office/drawing/2014/main" id="{3B631CB0-9287-45AB-8FAE-708B35042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2762250"/>
            <a:ext cx="0" cy="1619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4596D8"/>
            </a:solidFill>
            <a:prstDash val="solid"/>
          </a:ln>
        </p:spPr>
      </p:sp>
      <p:sp>
        <p:nvSpPr>
          <p:cNvPr id="17" name="desktop-power-branch">
            <a:extLst xmlns:a="http://schemas.openxmlformats.org/drawingml/2006/main">
              <a:ext uri="{FF2B5EF4-FFF2-40B4-BE49-F238E27FC236}">
                <a16:creationId xmlns:a16="http://schemas.microsoft.com/office/drawing/2014/main" id="{694F3F25-D8B7-4A6C-A72A-74A8B3BED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2762250"/>
            <a:ext cx="190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4596D8"/>
            </a:solidFill>
            <a:prstDash val="solid"/>
          </a:ln>
        </p:spPr>
      </p:sp>
      <p:sp>
        <p:nvSpPr>
          <p:cNvPr id="18" name="desktop-match-branch">
            <a:extLst xmlns:a="http://schemas.openxmlformats.org/drawingml/2006/main">
              <a:ext uri="{FF2B5EF4-FFF2-40B4-BE49-F238E27FC236}">
                <a16:creationId xmlns:a16="http://schemas.microsoft.com/office/drawing/2014/main" id="{EE3686A7-9443-41C1-9FED-854BAC829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3429000"/>
            <a:ext cx="190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4596D8"/>
            </a:solidFill>
            <a:prstDash val="solid"/>
          </a:ln>
        </p:spPr>
      </p:sp>
      <p:sp>
        <p:nvSpPr>
          <p:cNvPr id="19" name="desktop-condition-branch">
            <a:extLst xmlns:a="http://schemas.openxmlformats.org/drawingml/2006/main">
              <a:ext uri="{FF2B5EF4-FFF2-40B4-BE49-F238E27FC236}">
                <a16:creationId xmlns:a16="http://schemas.microsoft.com/office/drawing/2014/main" id="{18757202-A7F1-4C8A-9171-3B7CDA0BA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4095750"/>
            <a:ext cx="190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4596D8"/>
            </a:solidFill>
            <a:prstDash val="solid"/>
          </a:ln>
        </p:spPr>
      </p:sp>
      <p:sp>
        <p:nvSpPr>
          <p:cNvPr id="20" name="desktop-power-down">
            <a:extLst xmlns:a="http://schemas.openxmlformats.org/drawingml/2006/main">
              <a:ext uri="{FF2B5EF4-FFF2-40B4-BE49-F238E27FC236}">
                <a16:creationId xmlns:a16="http://schemas.microsoft.com/office/drawing/2014/main" id="{6DBDA3FC-8026-4FA0-A3CC-76E5A3323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3019425"/>
            <a:ext cx="0" cy="1524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4596D8"/>
            </a:solidFill>
            <a:prstDash val="solid"/>
          </a:ln>
        </p:spPr>
      </p:sp>
      <p:sp>
        <p:nvSpPr>
          <p:cNvPr id="21" name="desktop-power-head">
            <a:extLst xmlns:a="http://schemas.openxmlformats.org/drawingml/2006/main">
              <a:ext uri="{FF2B5EF4-FFF2-40B4-BE49-F238E27FC236}">
                <a16:creationId xmlns:a16="http://schemas.microsoft.com/office/drawing/2014/main" id="{CF618ECE-7C3D-401F-9342-A19B90163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3095625"/>
            <a:ext cx="190500" cy="22860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4596D8"/>
          </a:solidFill>
          <a:ln xmlns:a="http://schemas.openxmlformats.org/drawingml/2006/main" w="9525">
            <a:solidFill>
              <a:srgbClr val="4596D8"/>
            </a:solidFill>
            <a:prstDash val="solid"/>
          </a:ln>
        </p:spPr>
      </p:sp>
      <p:sp>
        <p:nvSpPr>
          <p:cNvPr id="22" name="desktop-match-down">
            <a:extLst xmlns:a="http://schemas.openxmlformats.org/drawingml/2006/main">
              <a:ext uri="{FF2B5EF4-FFF2-40B4-BE49-F238E27FC236}">
                <a16:creationId xmlns:a16="http://schemas.microsoft.com/office/drawing/2014/main" id="{89A08C26-5C65-4ABB-8626-67F395CB0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3686175"/>
            <a:ext cx="0" cy="1524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4596D8"/>
            </a:solidFill>
            <a:prstDash val="solid"/>
          </a:ln>
        </p:spPr>
      </p:sp>
      <p:sp>
        <p:nvSpPr>
          <p:cNvPr id="23" name="desktop-match-head">
            <a:extLst xmlns:a="http://schemas.openxmlformats.org/drawingml/2006/main">
              <a:ext uri="{FF2B5EF4-FFF2-40B4-BE49-F238E27FC236}">
                <a16:creationId xmlns:a16="http://schemas.microsoft.com/office/drawing/2014/main" id="{3A2BD2B3-E29C-4615-A0BC-A2BF29B1F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3762375"/>
            <a:ext cx="190500" cy="22860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4596D8"/>
          </a:solidFill>
          <a:ln xmlns:a="http://schemas.openxmlformats.org/drawingml/2006/main" w="9525">
            <a:solidFill>
              <a:srgbClr val="4596D8"/>
            </a:solidFill>
            <a:prstDash val="solid"/>
          </a:ln>
        </p:spPr>
      </p:sp>
      <p:sp>
        <p:nvSpPr>
          <p:cNvPr id="24" name="system-to-sequence">
            <a:extLst xmlns:a="http://schemas.openxmlformats.org/drawingml/2006/main">
              <a:ext uri="{FF2B5EF4-FFF2-40B4-BE49-F238E27FC236}">
                <a16:creationId xmlns:a16="http://schemas.microsoft.com/office/drawing/2014/main" id="{5D26C8BA-5DE3-4CBD-AB48-FE48E1EBE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5667375"/>
            <a:ext cx="2095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4596D8"/>
            </a:solidFill>
            <a:prstDash val="solid"/>
          </a:ln>
        </p:spPr>
      </p:sp>
      <p:sp>
        <p:nvSpPr>
          <p:cNvPr id="25" name="system-sequence-vertical">
            <a:extLst xmlns:a="http://schemas.openxmlformats.org/drawingml/2006/main">
              <a:ext uri="{FF2B5EF4-FFF2-40B4-BE49-F238E27FC236}">
                <a16:creationId xmlns:a16="http://schemas.microsoft.com/office/drawing/2014/main" id="{07689DA7-813C-4FEA-879E-F7001DD82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5191125"/>
            <a:ext cx="0" cy="952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4596D8"/>
            </a:solidFill>
            <a:prstDash val="solid"/>
          </a:ln>
        </p:spPr>
      </p:sp>
      <p:sp>
        <p:nvSpPr>
          <p:cNvPr id="26" name="system-power-branch">
            <a:extLst xmlns:a="http://schemas.openxmlformats.org/drawingml/2006/main">
              <a:ext uri="{FF2B5EF4-FFF2-40B4-BE49-F238E27FC236}">
                <a16:creationId xmlns:a16="http://schemas.microsoft.com/office/drawing/2014/main" id="{52D3FAC2-C2F6-42A9-BE76-33DDA421F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5191125"/>
            <a:ext cx="190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4596D8"/>
            </a:solidFill>
            <a:prstDash val="solid"/>
          </a:ln>
        </p:spPr>
      </p:sp>
      <p:sp>
        <p:nvSpPr>
          <p:cNvPr id="27" name="system-condition-branch">
            <a:extLst xmlns:a="http://schemas.openxmlformats.org/drawingml/2006/main">
              <a:ext uri="{FF2B5EF4-FFF2-40B4-BE49-F238E27FC236}">
                <a16:creationId xmlns:a16="http://schemas.microsoft.com/office/drawing/2014/main" id="{070C8D56-71EC-4454-A605-B558BBC0A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5857875"/>
            <a:ext cx="190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4596D8"/>
            </a:solidFill>
            <a:prstDash val="solid"/>
          </a:ln>
        </p:spPr>
      </p:sp>
      <p:sp>
        <p:nvSpPr>
          <p:cNvPr id="28" name="system-power-down">
            <a:extLst xmlns:a="http://schemas.openxmlformats.org/drawingml/2006/main">
              <a:ext uri="{FF2B5EF4-FFF2-40B4-BE49-F238E27FC236}">
                <a16:creationId xmlns:a16="http://schemas.microsoft.com/office/drawing/2014/main" id="{E4E51C09-7175-45DD-A03F-5CDCE9BB1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5448300"/>
            <a:ext cx="0" cy="1524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4596D8"/>
            </a:solidFill>
            <a:prstDash val="solid"/>
          </a:ln>
        </p:spPr>
      </p:sp>
      <p:sp>
        <p:nvSpPr>
          <p:cNvPr id="29" name="system-power-head">
            <a:extLst xmlns:a="http://schemas.openxmlformats.org/drawingml/2006/main">
              <a:ext uri="{FF2B5EF4-FFF2-40B4-BE49-F238E27FC236}">
                <a16:creationId xmlns:a16="http://schemas.microsoft.com/office/drawing/2014/main" id="{63959493-5C68-4D54-A41B-3DFE9403D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5524500"/>
            <a:ext cx="190500" cy="22860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4596D8"/>
          </a:solidFill>
          <a:ln xmlns:a="http://schemas.openxmlformats.org/drawingml/2006/main" w="9525">
            <a:solidFill>
              <a:srgbClr val="4596D8"/>
            </a:solidFill>
            <a:prstDash val="solid"/>
          </a:ln>
        </p:spPr>
      </p:sp>
      <p:sp>
        <p:nvSpPr>
          <p:cNvPr id="30" name="collection-bus">
            <a:extLst xmlns:a="http://schemas.openxmlformats.org/drawingml/2006/main">
              <a:ext uri="{FF2B5EF4-FFF2-40B4-BE49-F238E27FC236}">
                <a16:creationId xmlns:a16="http://schemas.microsoft.com/office/drawing/2014/main" id="{289C72BC-2C58-4450-B4E6-9D021A321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619125"/>
            <a:ext cx="0" cy="5524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4596D8"/>
            </a:solidFill>
            <a:prstDash val="solid"/>
          </a:ln>
        </p:spPr>
      </p:sp>
      <p:sp>
        <p:nvSpPr>
          <p:cNvPr id="31" name="collect-mech">
            <a:extLst xmlns:a="http://schemas.openxmlformats.org/drawingml/2006/main">
              <a:ext uri="{FF2B5EF4-FFF2-40B4-BE49-F238E27FC236}">
                <a16:creationId xmlns:a16="http://schemas.microsoft.com/office/drawing/2014/main" id="{D8888D44-53A3-436B-9BDB-D29B3E2B9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619125"/>
            <a:ext cx="285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4596D8"/>
            </a:solidFill>
            <a:prstDash val="solid"/>
          </a:ln>
        </p:spPr>
      </p:sp>
      <p:sp>
        <p:nvSpPr>
          <p:cNvPr id="32" name="collect-head-mech">
            <a:extLst xmlns:a="http://schemas.openxmlformats.org/drawingml/2006/main">
              <a:ext uri="{FF2B5EF4-FFF2-40B4-BE49-F238E27FC236}">
                <a16:creationId xmlns:a16="http://schemas.microsoft.com/office/drawing/2014/main" id="{8AF2A84B-83A8-41FC-B57D-277155C92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523875"/>
            <a:ext cx="209550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4596D8"/>
          </a:solidFill>
          <a:ln xmlns:a="http://schemas.openxmlformats.org/drawingml/2006/main" w="9525">
            <a:solidFill>
              <a:srgbClr val="4596D8"/>
            </a:solidFill>
            <a:prstDash val="solid"/>
          </a:ln>
        </p:spPr>
      </p:sp>
      <p:sp>
        <p:nvSpPr>
          <p:cNvPr id="33" name="collect-thermal">
            <a:extLst xmlns:a="http://schemas.openxmlformats.org/drawingml/2006/main">
              <a:ext uri="{FF2B5EF4-FFF2-40B4-BE49-F238E27FC236}">
                <a16:creationId xmlns:a16="http://schemas.microsoft.com/office/drawing/2014/main" id="{EDA3A18E-6CF2-493C-94D2-E6D7A9530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285875"/>
            <a:ext cx="285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4596D8"/>
            </a:solidFill>
            <a:prstDash val="solid"/>
          </a:ln>
        </p:spPr>
      </p:sp>
      <p:sp>
        <p:nvSpPr>
          <p:cNvPr id="34" name="collect-head-thermal">
            <a:extLst xmlns:a="http://schemas.openxmlformats.org/drawingml/2006/main">
              <a:ext uri="{FF2B5EF4-FFF2-40B4-BE49-F238E27FC236}">
                <a16:creationId xmlns:a16="http://schemas.microsoft.com/office/drawing/2014/main" id="{E87695FB-90E2-48D9-965F-5FCE0BF9A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1190625"/>
            <a:ext cx="209550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4596D8"/>
          </a:solidFill>
          <a:ln xmlns:a="http://schemas.openxmlformats.org/drawingml/2006/main" w="9525">
            <a:solidFill>
              <a:srgbClr val="4596D8"/>
            </a:solidFill>
            <a:prstDash val="solid"/>
          </a:ln>
        </p:spPr>
      </p:sp>
      <p:sp>
        <p:nvSpPr>
          <p:cNvPr id="35" name="collect-electrical">
            <a:extLst xmlns:a="http://schemas.openxmlformats.org/drawingml/2006/main">
              <a:ext uri="{FF2B5EF4-FFF2-40B4-BE49-F238E27FC236}">
                <a16:creationId xmlns:a16="http://schemas.microsoft.com/office/drawing/2014/main" id="{FF58DA20-4BDB-4DDC-9908-4F8A0852F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952625"/>
            <a:ext cx="285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4596D8"/>
            </a:solidFill>
            <a:prstDash val="solid"/>
          </a:ln>
        </p:spPr>
      </p:sp>
      <p:sp>
        <p:nvSpPr>
          <p:cNvPr id="36" name="collect-head-electrical">
            <a:extLst xmlns:a="http://schemas.openxmlformats.org/drawingml/2006/main">
              <a:ext uri="{FF2B5EF4-FFF2-40B4-BE49-F238E27FC236}">
                <a16:creationId xmlns:a16="http://schemas.microsoft.com/office/drawing/2014/main" id="{C06E4A66-AE79-4844-BEF9-60C485812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1857375"/>
            <a:ext cx="209550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4596D8"/>
          </a:solidFill>
          <a:ln xmlns:a="http://schemas.openxmlformats.org/drawingml/2006/main" w="9525">
            <a:solidFill>
              <a:srgbClr val="4596D8"/>
            </a:solidFill>
            <a:prstDash val="solid"/>
          </a:ln>
        </p:spPr>
      </p:sp>
      <p:sp>
        <p:nvSpPr>
          <p:cNvPr id="37" name="collect-desktop-power">
            <a:extLst xmlns:a="http://schemas.openxmlformats.org/drawingml/2006/main">
              <a:ext uri="{FF2B5EF4-FFF2-40B4-BE49-F238E27FC236}">
                <a16:creationId xmlns:a16="http://schemas.microsoft.com/office/drawing/2014/main" id="{323B43BA-A2ED-4CD5-A5F2-37F56165D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762250"/>
            <a:ext cx="285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4596D8"/>
            </a:solidFill>
            <a:prstDash val="solid"/>
          </a:ln>
        </p:spPr>
      </p:sp>
      <p:sp>
        <p:nvSpPr>
          <p:cNvPr id="38" name="collect-head-desktop-power">
            <a:extLst xmlns:a="http://schemas.openxmlformats.org/drawingml/2006/main">
              <a:ext uri="{FF2B5EF4-FFF2-40B4-BE49-F238E27FC236}">
                <a16:creationId xmlns:a16="http://schemas.microsoft.com/office/drawing/2014/main" id="{9C24E18B-0E6E-4398-B974-D33AC4AB2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2667000"/>
            <a:ext cx="209550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4596D8"/>
          </a:solidFill>
          <a:ln xmlns:a="http://schemas.openxmlformats.org/drawingml/2006/main" w="9525">
            <a:solidFill>
              <a:srgbClr val="4596D8"/>
            </a:solidFill>
            <a:prstDash val="solid"/>
          </a:ln>
        </p:spPr>
      </p:sp>
      <p:sp>
        <p:nvSpPr>
          <p:cNvPr id="39" name="collect-desktop-match">
            <a:extLst xmlns:a="http://schemas.openxmlformats.org/drawingml/2006/main">
              <a:ext uri="{FF2B5EF4-FFF2-40B4-BE49-F238E27FC236}">
                <a16:creationId xmlns:a16="http://schemas.microsoft.com/office/drawing/2014/main" id="{684003EB-24B2-4BD9-AFDD-59041CD7A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429000"/>
            <a:ext cx="285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4596D8"/>
            </a:solidFill>
            <a:prstDash val="solid"/>
          </a:ln>
        </p:spPr>
      </p:sp>
      <p:sp>
        <p:nvSpPr>
          <p:cNvPr id="40" name="collect-head-desktop-match">
            <a:extLst xmlns:a="http://schemas.openxmlformats.org/drawingml/2006/main">
              <a:ext uri="{FF2B5EF4-FFF2-40B4-BE49-F238E27FC236}">
                <a16:creationId xmlns:a16="http://schemas.microsoft.com/office/drawing/2014/main" id="{2C6FE66B-8DD4-4FBC-A88E-4527AF630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3333750"/>
            <a:ext cx="209550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4596D8"/>
          </a:solidFill>
          <a:ln xmlns:a="http://schemas.openxmlformats.org/drawingml/2006/main" w="9525">
            <a:solidFill>
              <a:srgbClr val="4596D8"/>
            </a:solidFill>
            <a:prstDash val="solid"/>
          </a:ln>
        </p:spPr>
      </p:sp>
      <p:sp>
        <p:nvSpPr>
          <p:cNvPr id="41" name="collect-desktop-condition">
            <a:extLst xmlns:a="http://schemas.openxmlformats.org/drawingml/2006/main">
              <a:ext uri="{FF2B5EF4-FFF2-40B4-BE49-F238E27FC236}">
                <a16:creationId xmlns:a16="http://schemas.microsoft.com/office/drawing/2014/main" id="{AC029618-C5B7-401E-8008-A0C65DAD9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095750"/>
            <a:ext cx="285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4596D8"/>
            </a:solidFill>
            <a:prstDash val="solid"/>
          </a:ln>
        </p:spPr>
      </p:sp>
      <p:sp>
        <p:nvSpPr>
          <p:cNvPr id="42" name="collect-head-desktop-condition">
            <a:extLst xmlns:a="http://schemas.openxmlformats.org/drawingml/2006/main">
              <a:ext uri="{FF2B5EF4-FFF2-40B4-BE49-F238E27FC236}">
                <a16:creationId xmlns:a16="http://schemas.microsoft.com/office/drawing/2014/main" id="{3F545749-CFB7-4C94-808D-866E8F1B0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4000500"/>
            <a:ext cx="209550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4596D8"/>
          </a:solidFill>
          <a:ln xmlns:a="http://schemas.openxmlformats.org/drawingml/2006/main" w="9525">
            <a:solidFill>
              <a:srgbClr val="4596D8"/>
            </a:solidFill>
            <a:prstDash val="solid"/>
          </a:ln>
        </p:spPr>
      </p:sp>
      <p:sp>
        <p:nvSpPr>
          <p:cNvPr id="43" name="collect-system-power">
            <a:extLst xmlns:a="http://schemas.openxmlformats.org/drawingml/2006/main">
              <a:ext uri="{FF2B5EF4-FFF2-40B4-BE49-F238E27FC236}">
                <a16:creationId xmlns:a16="http://schemas.microsoft.com/office/drawing/2014/main" id="{4255B9F9-99D1-4F45-95BB-F5104EC5D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5191125"/>
            <a:ext cx="285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4596D8"/>
            </a:solidFill>
            <a:prstDash val="solid"/>
          </a:ln>
        </p:spPr>
      </p:sp>
      <p:sp>
        <p:nvSpPr>
          <p:cNvPr id="44" name="collect-head-system-power">
            <a:extLst xmlns:a="http://schemas.openxmlformats.org/drawingml/2006/main">
              <a:ext uri="{FF2B5EF4-FFF2-40B4-BE49-F238E27FC236}">
                <a16:creationId xmlns:a16="http://schemas.microsoft.com/office/drawing/2014/main" id="{ED96534E-49AD-4D2D-AECA-6838BE694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5095875"/>
            <a:ext cx="209550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4596D8"/>
          </a:solidFill>
          <a:ln xmlns:a="http://schemas.openxmlformats.org/drawingml/2006/main" w="9525">
            <a:solidFill>
              <a:srgbClr val="4596D8"/>
            </a:solidFill>
            <a:prstDash val="solid"/>
          </a:ln>
        </p:spPr>
      </p:sp>
      <p:sp>
        <p:nvSpPr>
          <p:cNvPr id="45" name="collect-system-condition">
            <a:extLst xmlns:a="http://schemas.openxmlformats.org/drawingml/2006/main">
              <a:ext uri="{FF2B5EF4-FFF2-40B4-BE49-F238E27FC236}">
                <a16:creationId xmlns:a16="http://schemas.microsoft.com/office/drawing/2014/main" id="{049B474F-DFD6-4BCA-B951-E63590D23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5857875"/>
            <a:ext cx="285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4596D8"/>
            </a:solidFill>
            <a:prstDash val="solid"/>
          </a:ln>
        </p:spPr>
      </p:sp>
      <p:sp>
        <p:nvSpPr>
          <p:cNvPr id="46" name="collect-head-system-condition">
            <a:extLst xmlns:a="http://schemas.openxmlformats.org/drawingml/2006/main">
              <a:ext uri="{FF2B5EF4-FFF2-40B4-BE49-F238E27FC236}">
                <a16:creationId xmlns:a16="http://schemas.microsoft.com/office/drawing/2014/main" id="{BC735C3B-9731-466C-B65C-E95223ACD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5762625"/>
            <a:ext cx="209550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4596D8"/>
          </a:solidFill>
          <a:ln xmlns:a="http://schemas.openxmlformats.org/drawingml/2006/main" w="9525">
            <a:solidFill>
              <a:srgbClr val="4596D8"/>
            </a:solidFill>
            <a:prstDash val="solid"/>
          </a:ln>
        </p:spPr>
      </p:sp>
      <p:sp>
        <p:nvSpPr>
          <p:cNvPr id="47" name="bus-to-summary">
            <a:extLst xmlns:a="http://schemas.openxmlformats.org/drawingml/2006/main">
              <a:ext uri="{FF2B5EF4-FFF2-40B4-BE49-F238E27FC236}">
                <a16:creationId xmlns:a16="http://schemas.microsoft.com/office/drawing/2014/main" id="{F6D542A9-432F-4F5B-B59B-86361D381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619375"/>
            <a:ext cx="4286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4596D8"/>
            </a:solidFill>
            <a:prstDash val="solid"/>
          </a:ln>
        </p:spPr>
      </p:sp>
      <p:sp>
        <p:nvSpPr>
          <p:cNvPr id="48" name="bus-summary-head">
            <a:extLst xmlns:a="http://schemas.openxmlformats.org/drawingml/2006/main">
              <a:ext uri="{FF2B5EF4-FFF2-40B4-BE49-F238E27FC236}">
                <a16:creationId xmlns:a16="http://schemas.microsoft.com/office/drawing/2014/main" id="{6D05777F-87FE-4670-A8E8-AF71C2104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2524125"/>
            <a:ext cx="228600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4596D8"/>
          </a:solidFill>
          <a:ln xmlns:a="http://schemas.openxmlformats.org/drawingml/2006/main" w="9525">
            <a:solidFill>
              <a:srgbClr val="4596D8"/>
            </a:solidFill>
            <a:prstDash val="solid"/>
          </a:ln>
        </p:spPr>
      </p:sp>
      <p:sp>
        <p:nvSpPr>
          <p:cNvPr id="49" name="summary-to-report">
            <a:extLst xmlns:a="http://schemas.openxmlformats.org/drawingml/2006/main">
              <a:ext uri="{FF2B5EF4-FFF2-40B4-BE49-F238E27FC236}">
                <a16:creationId xmlns:a16="http://schemas.microsoft.com/office/drawing/2014/main" id="{2208A0AB-8103-4876-A9EE-9D541FAC9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095625"/>
            <a:ext cx="0" cy="381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4596D8"/>
            </a:solidFill>
            <a:prstDash val="solid"/>
          </a:ln>
        </p:spPr>
      </p:sp>
      <p:sp>
        <p:nvSpPr>
          <p:cNvPr id="50" name="summary-report-head">
            <a:extLst xmlns:a="http://schemas.openxmlformats.org/drawingml/2006/main">
              <a:ext uri="{FF2B5EF4-FFF2-40B4-BE49-F238E27FC236}">
                <a16:creationId xmlns:a16="http://schemas.microsoft.com/office/drawing/2014/main" id="{634EC321-5FD1-4709-B24A-70E58B2EB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333750"/>
            <a:ext cx="190500" cy="22860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4596D8"/>
          </a:solidFill>
          <a:ln xmlns:a="http://schemas.openxmlformats.org/drawingml/2006/main" w="9525">
            <a:solidFill>
              <a:srgbClr val="4596D8"/>
            </a:solidFill>
            <a:prstDash val="solid"/>
          </a:ln>
        </p:spPr>
      </p:sp>
      <p:sp>
        <p:nvSpPr>
          <p:cNvPr id="51" name="report-to-sample">
            <a:extLst xmlns:a="http://schemas.openxmlformats.org/drawingml/2006/main">
              <a:ext uri="{FF2B5EF4-FFF2-40B4-BE49-F238E27FC236}">
                <a16:creationId xmlns:a16="http://schemas.microsoft.com/office/drawing/2014/main" id="{15B7D1EA-5030-4C08-A598-9CC82439C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333875"/>
            <a:ext cx="0" cy="381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4596D8"/>
            </a:solidFill>
            <a:prstDash val="solid"/>
          </a:ln>
        </p:spPr>
      </p:sp>
      <p:sp>
        <p:nvSpPr>
          <p:cNvPr id="52" name="report-sample-head">
            <a:extLst xmlns:a="http://schemas.openxmlformats.org/drawingml/2006/main">
              <a:ext uri="{FF2B5EF4-FFF2-40B4-BE49-F238E27FC236}">
                <a16:creationId xmlns:a16="http://schemas.microsoft.com/office/drawing/2014/main" id="{31213D14-E1F0-484A-8423-D85A592B8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4572000"/>
            <a:ext cx="190500" cy="22860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4596D8"/>
          </a:solidFill>
          <a:ln xmlns:a="http://schemas.openxmlformats.org/drawingml/2006/main" w="9525">
            <a:solidFill>
              <a:srgbClr val="4596D8"/>
            </a:solidFill>
            <a:prstDash val="solid"/>
          </a:ln>
        </p:spPr>
      </p:sp>
      <p:sp>
        <p:nvSpPr>
          <p:cNvPr id="53" name="engineering-match-root">
            <a:extLst xmlns:a="http://schemas.openxmlformats.org/drawingml/2006/main">
              <a:ext uri="{FF2B5EF4-FFF2-40B4-BE49-F238E27FC236}">
                <a16:creationId xmlns:a16="http://schemas.microsoft.com/office/drawing/2014/main" id="{F18631BC-3227-4FD7-97AE-66148A817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3095625"/>
            <a:ext cx="18097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19050">
            <a:solidFill>
              <a:srgbClr val="4596D8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>
                <a:solidFill>
                  <a:srgbClr val="4596D8"/>
                </a:solidFill>
              </a:defRPr>
            </a:pPr>
            <a:r>
              <a:rPr sz="1725">
                <a:solidFill>
                  <a:srgbClr val="4596D8"/>
                </a:solidFill>
              </a:rPr>
              <a:t>工程件匹配实验</a:t>
            </a:r>
          </a:p>
        </p:txBody>
      </p:sp>
      <p:sp>
        <p:nvSpPr>
          <p:cNvPr id="54" name="pre-match-state">
            <a:extLst xmlns:a="http://schemas.openxmlformats.org/drawingml/2006/main">
              <a:ext uri="{FF2B5EF4-FFF2-40B4-BE49-F238E27FC236}">
                <a16:creationId xmlns:a16="http://schemas.microsoft.com/office/drawing/2014/main" id="{3E427BCB-57B4-4757-A272-33364DEA5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809625"/>
            <a:ext cx="180975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19050">
            <a:solidFill>
              <a:srgbClr val="4596D8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>
                <a:solidFill>
                  <a:srgbClr val="4596D8"/>
                </a:solidFill>
              </a:defRPr>
            </a:pPr>
            <a:r>
              <a:rPr sz="1725">
                <a:solidFill>
                  <a:srgbClr val="4596D8"/>
                </a:solidFill>
              </a:rPr>
              <a:t>匹配前状态确认</a:t>
            </a:r>
          </a:p>
        </p:txBody>
      </p:sp>
      <p:sp>
        <p:nvSpPr>
          <p:cNvPr id="55" name="desktop-experiment">
            <a:extLst xmlns:a="http://schemas.openxmlformats.org/drawingml/2006/main">
              <a:ext uri="{FF2B5EF4-FFF2-40B4-BE49-F238E27FC236}">
                <a16:creationId xmlns:a16="http://schemas.microsoft.com/office/drawing/2014/main" id="{B39CB43A-DCBA-4D28-AC29-D28C84D36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048000"/>
            <a:ext cx="180975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19050">
            <a:solidFill>
              <a:srgbClr val="4596D8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>
                <a:solidFill>
                  <a:srgbClr val="4596D8"/>
                </a:solidFill>
              </a:defRPr>
            </a:pPr>
            <a:r>
              <a:rPr sz="1725">
                <a:solidFill>
                  <a:srgbClr val="4596D8"/>
                </a:solidFill>
              </a:rPr>
              <a:t>桌面级实验</a:t>
            </a:r>
          </a:p>
        </p:txBody>
      </p:sp>
      <p:sp>
        <p:nvSpPr>
          <p:cNvPr id="56" name="system-experiment">
            <a:extLst xmlns:a="http://schemas.openxmlformats.org/drawingml/2006/main">
              <a:ext uri="{FF2B5EF4-FFF2-40B4-BE49-F238E27FC236}">
                <a16:creationId xmlns:a16="http://schemas.microsoft.com/office/drawing/2014/main" id="{A8EFEB8E-EBE1-47B8-B392-1F6089359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5286375"/>
            <a:ext cx="180975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19050">
            <a:solidFill>
              <a:srgbClr val="4596D8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>
                <a:solidFill>
                  <a:srgbClr val="4596D8"/>
                </a:solidFill>
              </a:defRPr>
            </a:pPr>
            <a:r>
              <a:rPr sz="1725">
                <a:solidFill>
                  <a:srgbClr val="4596D8"/>
                </a:solidFill>
              </a:rPr>
              <a:t>系统级实验</a:t>
            </a:r>
          </a:p>
        </p:txBody>
      </p:sp>
      <p:sp>
        <p:nvSpPr>
          <p:cNvPr id="57" name="mechanical-interface-test">
            <a:extLst xmlns:a="http://schemas.openxmlformats.org/drawingml/2006/main">
              <a:ext uri="{FF2B5EF4-FFF2-40B4-BE49-F238E27FC236}">
                <a16:creationId xmlns:a16="http://schemas.microsoft.com/office/drawing/2014/main" id="{456374D4-FBD8-4154-955C-88514813B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361950"/>
            <a:ext cx="14097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19050">
            <a:solidFill>
              <a:srgbClr val="4596D8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>
                <a:solidFill>
                  <a:srgbClr val="4596D8"/>
                </a:solidFill>
              </a:defRPr>
            </a:pPr>
            <a:r>
              <a:rPr sz="1350">
                <a:solidFill>
                  <a:srgbClr val="4596D8"/>
                </a:solidFill>
              </a:rPr>
              <a:t>机械接口测试</a:t>
            </a:r>
          </a:p>
        </p:txBody>
      </p:sp>
      <p:sp>
        <p:nvSpPr>
          <p:cNvPr id="58" name="thermal-interface-test">
            <a:extLst xmlns:a="http://schemas.openxmlformats.org/drawingml/2006/main">
              <a:ext uri="{FF2B5EF4-FFF2-40B4-BE49-F238E27FC236}">
                <a16:creationId xmlns:a16="http://schemas.microsoft.com/office/drawing/2014/main" id="{48325B3C-F70B-494C-ABDC-B4B5311C1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1028700"/>
            <a:ext cx="14097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19050">
            <a:solidFill>
              <a:srgbClr val="4596D8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>
                <a:solidFill>
                  <a:srgbClr val="4596D8"/>
                </a:solidFill>
              </a:defRPr>
            </a:pPr>
            <a:r>
              <a:rPr sz="1350">
                <a:solidFill>
                  <a:srgbClr val="4596D8"/>
                </a:solidFill>
              </a:rPr>
              <a:t>热接口测试</a:t>
            </a:r>
          </a:p>
        </p:txBody>
      </p:sp>
      <p:sp>
        <p:nvSpPr>
          <p:cNvPr id="59" name="electrical-interface-test">
            <a:extLst xmlns:a="http://schemas.openxmlformats.org/drawingml/2006/main">
              <a:ext uri="{FF2B5EF4-FFF2-40B4-BE49-F238E27FC236}">
                <a16:creationId xmlns:a16="http://schemas.microsoft.com/office/drawing/2014/main" id="{48653646-14B1-4537-A08D-F8C781342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1695450"/>
            <a:ext cx="14097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19050">
            <a:solidFill>
              <a:srgbClr val="4596D8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>
                <a:solidFill>
                  <a:srgbClr val="4596D8"/>
                </a:solidFill>
              </a:defRPr>
            </a:pPr>
            <a:r>
              <a:rPr sz="1350">
                <a:solidFill>
                  <a:srgbClr val="4596D8"/>
                </a:solidFill>
              </a:rPr>
              <a:t>电接口测试</a:t>
            </a:r>
          </a:p>
        </p:txBody>
      </p:sp>
      <p:sp>
        <p:nvSpPr>
          <p:cNvPr id="60" name="desktop-power-test">
            <a:extLst xmlns:a="http://schemas.openxmlformats.org/drawingml/2006/main">
              <a:ext uri="{FF2B5EF4-FFF2-40B4-BE49-F238E27FC236}">
                <a16:creationId xmlns:a16="http://schemas.microsoft.com/office/drawing/2014/main" id="{5D00D961-2CF1-42DF-8C23-DA932550D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2505075"/>
            <a:ext cx="14097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19050">
            <a:solidFill>
              <a:srgbClr val="4596D8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>
                <a:solidFill>
                  <a:srgbClr val="4596D8"/>
                </a:solidFill>
              </a:defRPr>
            </a:pPr>
            <a:r>
              <a:rPr sz="1200">
                <a:solidFill>
                  <a:srgbClr val="4596D8"/>
                </a:solidFill>
              </a:rPr>
              <a:t>桌面级系统上电</a:t>
            </a:r>
          </a:p>
          <a:p xmlns:a="http://schemas.openxmlformats.org/drawingml/2006/main">
            <a:pPr algn="ctr">
              <a:defRPr sz="1200">
                <a:solidFill>
                  <a:srgbClr val="4596D8"/>
                </a:solidFill>
              </a:defRPr>
            </a:pPr>
            <a:r>
              <a:rPr sz="1200">
                <a:solidFill>
                  <a:srgbClr val="4596D8"/>
                </a:solidFill>
              </a:rPr>
              <a:t>与软件功能测试</a:t>
            </a:r>
          </a:p>
        </p:txBody>
      </p:sp>
      <p:sp>
        <p:nvSpPr>
          <p:cNvPr id="61" name="two-phase-cabinet-match">
            <a:extLst xmlns:a="http://schemas.openxmlformats.org/drawingml/2006/main">
              <a:ext uri="{FF2B5EF4-FFF2-40B4-BE49-F238E27FC236}">
                <a16:creationId xmlns:a16="http://schemas.microsoft.com/office/drawing/2014/main" id="{2F18B836-E8B0-4E41-8089-97F6F5B10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3171825"/>
            <a:ext cx="14097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19050">
            <a:solidFill>
              <a:srgbClr val="4596D8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>
                <a:solidFill>
                  <a:srgbClr val="4596D8"/>
                </a:solidFill>
              </a:defRPr>
            </a:pPr>
            <a:r>
              <a:rPr sz="1200">
                <a:solidFill>
                  <a:srgbClr val="4596D8"/>
                </a:solidFill>
              </a:rPr>
              <a:t>与两相柜各模</a:t>
            </a:r>
          </a:p>
          <a:p xmlns:a="http://schemas.openxmlformats.org/drawingml/2006/main">
            <a:pPr algn="ctr">
              <a:defRPr sz="1200">
                <a:solidFill>
                  <a:srgbClr val="4596D8"/>
                </a:solidFill>
              </a:defRPr>
            </a:pPr>
            <a:r>
              <a:rPr sz="1200">
                <a:solidFill>
                  <a:srgbClr val="4596D8"/>
                </a:solidFill>
              </a:rPr>
              <a:t>块匹配</a:t>
            </a:r>
          </a:p>
        </p:txBody>
      </p:sp>
      <p:sp>
        <p:nvSpPr>
          <p:cNvPr id="62" name="fourteen-conditions">
            <a:extLst xmlns:a="http://schemas.openxmlformats.org/drawingml/2006/main">
              <a:ext uri="{FF2B5EF4-FFF2-40B4-BE49-F238E27FC236}">
                <a16:creationId xmlns:a16="http://schemas.microsoft.com/office/drawing/2014/main" id="{BABB8440-16B3-4164-8E7E-9CE91EDC0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3838575"/>
            <a:ext cx="14097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19050">
            <a:solidFill>
              <a:srgbClr val="4596D8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>
                <a:solidFill>
                  <a:srgbClr val="4596D8"/>
                </a:solidFill>
              </a:defRPr>
            </a:pPr>
            <a:r>
              <a:rPr sz="1350">
                <a:solidFill>
                  <a:srgbClr val="4596D8"/>
                </a:solidFill>
              </a:rPr>
              <a:t>14个实验工况</a:t>
            </a:r>
          </a:p>
        </p:txBody>
      </p:sp>
      <p:sp>
        <p:nvSpPr>
          <p:cNvPr id="63" name="system-power-test">
            <a:extLst xmlns:a="http://schemas.openxmlformats.org/drawingml/2006/main">
              <a:ext uri="{FF2B5EF4-FFF2-40B4-BE49-F238E27FC236}">
                <a16:creationId xmlns:a16="http://schemas.microsoft.com/office/drawing/2014/main" id="{4B28C0E6-D764-4DC9-88E0-3636B44F8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4933950"/>
            <a:ext cx="14097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19050">
            <a:solidFill>
              <a:srgbClr val="4596D8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>
                <a:solidFill>
                  <a:srgbClr val="4596D8"/>
                </a:solidFill>
              </a:defRPr>
            </a:pPr>
            <a:r>
              <a:rPr sz="1200">
                <a:solidFill>
                  <a:srgbClr val="4596D8"/>
                </a:solidFill>
              </a:rPr>
              <a:t>系统级系统上电</a:t>
            </a:r>
          </a:p>
          <a:p xmlns:a="http://schemas.openxmlformats.org/drawingml/2006/main">
            <a:pPr algn="ctr">
              <a:defRPr sz="1200">
                <a:solidFill>
                  <a:srgbClr val="4596D8"/>
                </a:solidFill>
              </a:defRPr>
            </a:pPr>
            <a:r>
              <a:rPr sz="1200">
                <a:solidFill>
                  <a:srgbClr val="4596D8"/>
                </a:solidFill>
              </a:rPr>
              <a:t>与软件功能测试</a:t>
            </a:r>
          </a:p>
        </p:txBody>
      </p:sp>
      <p:sp>
        <p:nvSpPr>
          <p:cNvPr id="64" name="six-conditions">
            <a:extLst xmlns:a="http://schemas.openxmlformats.org/drawingml/2006/main">
              <a:ext uri="{FF2B5EF4-FFF2-40B4-BE49-F238E27FC236}">
                <a16:creationId xmlns:a16="http://schemas.microsoft.com/office/drawing/2014/main" id="{3821B7C5-D9EC-45B2-A1E6-8CDB9A264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5600700"/>
            <a:ext cx="14097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19050">
            <a:solidFill>
              <a:srgbClr val="4596D8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>
                <a:solidFill>
                  <a:srgbClr val="4596D8"/>
                </a:solidFill>
              </a:defRPr>
            </a:pPr>
            <a:r>
              <a:rPr sz="1350">
                <a:solidFill>
                  <a:srgbClr val="4596D8"/>
                </a:solidFill>
              </a:rPr>
              <a:t>6个典型工况</a:t>
            </a:r>
          </a:p>
        </p:txBody>
      </p:sp>
      <p:sp>
        <p:nvSpPr>
          <p:cNvPr id="65" name="experiment-summary">
            <a:extLst xmlns:a="http://schemas.openxmlformats.org/drawingml/2006/main">
              <a:ext uri="{FF2B5EF4-FFF2-40B4-BE49-F238E27FC236}">
                <a16:creationId xmlns:a16="http://schemas.microsoft.com/office/drawing/2014/main" id="{CC40C47D-F4BD-4B24-BF7E-E31263E0C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2238375"/>
            <a:ext cx="180975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19050">
            <a:solidFill>
              <a:srgbClr val="4596D8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>
                <a:solidFill>
                  <a:srgbClr val="4596D8"/>
                </a:solidFill>
              </a:defRPr>
            </a:pPr>
            <a:r>
              <a:rPr sz="1800">
                <a:solidFill>
                  <a:srgbClr val="4596D8"/>
                </a:solidFill>
              </a:rPr>
              <a:t>实验总结</a:t>
            </a:r>
          </a:p>
        </p:txBody>
      </p:sp>
      <p:sp>
        <p:nvSpPr>
          <p:cNvPr id="66" name="submit-report">
            <a:extLst xmlns:a="http://schemas.openxmlformats.org/drawingml/2006/main">
              <a:ext uri="{FF2B5EF4-FFF2-40B4-BE49-F238E27FC236}">
                <a16:creationId xmlns:a16="http://schemas.microsoft.com/office/drawing/2014/main" id="{A1C8AEA7-1179-4355-9B2C-E92426A21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3476625"/>
            <a:ext cx="180975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19050">
            <a:solidFill>
              <a:srgbClr val="4596D8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>
                <a:solidFill>
                  <a:srgbClr val="4596D8"/>
                </a:solidFill>
              </a:defRPr>
            </a:pPr>
            <a:r>
              <a:rPr sz="1575">
                <a:solidFill>
                  <a:srgbClr val="4596D8"/>
                </a:solidFill>
              </a:rPr>
              <a:t>提交科学匹配实验</a:t>
            </a:r>
          </a:p>
          <a:p xmlns:a="http://schemas.openxmlformats.org/drawingml/2006/main">
            <a:pPr algn="ctr">
              <a:defRPr sz="1575">
                <a:solidFill>
                  <a:srgbClr val="4596D8"/>
                </a:solidFill>
              </a:defRPr>
            </a:pPr>
            <a:r>
              <a:rPr sz="1575">
                <a:solidFill>
                  <a:srgbClr val="4596D8"/>
                </a:solidFill>
              </a:rPr>
              <a:t>报告</a:t>
            </a:r>
          </a:p>
        </p:txBody>
      </p:sp>
      <p:sp>
        <p:nvSpPr>
          <p:cNvPr id="67" name="prototype-build">
            <a:extLst xmlns:a="http://schemas.openxmlformats.org/drawingml/2006/main">
              <a:ext uri="{FF2B5EF4-FFF2-40B4-BE49-F238E27FC236}">
                <a16:creationId xmlns:a16="http://schemas.microsoft.com/office/drawing/2014/main" id="{8F97C27E-61AD-4E88-82A8-1BB42A15E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4714875"/>
            <a:ext cx="180975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19050">
            <a:solidFill>
              <a:srgbClr val="4596D8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>
                <a:solidFill>
                  <a:srgbClr val="4596D8"/>
                </a:solidFill>
              </a:defRPr>
            </a:pPr>
            <a:r>
              <a:rPr sz="1800">
                <a:solidFill>
                  <a:srgbClr val="4596D8"/>
                </a:solidFill>
              </a:rPr>
              <a:t>正样件研制</a:t>
            </a:r>
          </a:p>
        </p:txBody>
      </p:sp>
    </p:spTree>
    <p:extLst>
      <p:ext uri="{BB962C8B-B14F-4D97-AF65-F5344CB8AC3E}">
        <p14:creationId xmlns:p14="http://schemas.microsoft.com/office/powerpoint/2010/main" val="169887939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2026-09-17T01:57:08.2030000Z</dcterms:created>
  <dcterms:modified xsi:type="dcterms:W3CDTF">2026-09-17T01:57:08.2030000Z</dcterms:modified>
</coreProperties>
</file>