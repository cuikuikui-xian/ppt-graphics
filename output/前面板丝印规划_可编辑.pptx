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4b571c564344f3" /><Relationship Type="http://schemas.openxmlformats.org/officeDocument/2006/relationships/extended-properties" Target="/docProps/app.xml" Id="R80b637f6c4ed45d0" /><Relationship Type="http://schemas.openxmlformats.org/officeDocument/2006/relationships/officeDocument" Target="/ppt/presentation.xml" Id="R7a0f74dd3cf04d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191c94f6fb481e"/>
  </p:sldMasterIdLst>
  <p:notesMasterIdLst>
    <p:notesMasterId xmlns:r="http://schemas.openxmlformats.org/officeDocument/2006/relationships" r:id="R1f33a5c8c8fa466d"/>
  </p:notesMasterIdLst>
  <p:sldIdLst>
    <p:sldId xmlns:r="http://schemas.openxmlformats.org/officeDocument/2006/relationships" id="256" r:id="R34f7aee8b5d4404a"/>
  </p:sldIdLst>
  <p:sldSz cx="11430000" cy="6429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4a48ae28a24f0b" /><Relationship Type="http://schemas.openxmlformats.org/officeDocument/2006/relationships/slideMaster" Target="/ppt/slideMasters/slideMaster1.xml" Id="R7c191c94f6fb481e" /><Relationship Type="http://schemas.openxmlformats.org/officeDocument/2006/relationships/notesMaster" Target="/ppt/notesMasters/notesMaster1.xml" Id="R1f33a5c8c8fa466d" /><Relationship Type="http://schemas.openxmlformats.org/officeDocument/2006/relationships/presProps" Target="/ppt/presProps.xml" Id="R9d0bc322c0fb4600" /><Relationship Type="http://schemas.openxmlformats.org/officeDocument/2006/relationships/tableStyles" Target="/ppt/tableStyles.xml" Id="Rd64caaf0cfca40f0" /><Relationship Type="http://schemas.openxmlformats.org/officeDocument/2006/relationships/slide" Target="/ppt/slides/slide1.xml" Id="R34f7aee8b5d440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2d46ec206b4a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850144e6594e08" /><Relationship Type="http://schemas.openxmlformats.org/officeDocument/2006/relationships/notesMaster" Target="/ppt/notesMasters/notesMaster1.xml" Id="Re2b5485b73774f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front-panel engineering drawing: C:/Users/32933/Desktop/1.jpg.</a:t>
            </a:r>
          </a:p>
          <a:p xmlns:a="http://schemas.openxmlformats.org/drawingml/2006/main">
            <a:r>
              <a:t>- User-supplied equipment photograph: codex-clipboard-1529e8ce-b47e-4bf4-8723-f4f996b9126b.jpg.</a:t>
            </a:r>
          </a:p>
          <a:p xmlns:a="http://schemas.openxmlformats.org/drawingml/2006/main">
            <a:r>
              <a:t>- Official university emblem: https://vi.xjtu.edu.cn/images/a1-3jdxhred.png (accessed 2026-09-19).</a:t>
            </a:r>
          </a:p>
          <a:p xmlns:a="http://schemas.openxmlformats.org/drawingml/2006/main">
            <a:r>
              <a:t>Design concept only. Final screen-print positioning requires verification against physical panel, port clearances and manufacturer specifications.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05665c17b94d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23cd614f26413b" /><Relationship Type="http://schemas.openxmlformats.org/officeDocument/2006/relationships/slideLayout" Target="/ppt/slideLayouts/slideLayout1.xml" Id="R985afd89e29e42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5afd89e29e42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72cc9ec804016" /><Relationship Type="http://schemas.openxmlformats.org/officeDocument/2006/relationships/image" Target="/ppt/media/image.png" Id="R678c674f0739455a" /><Relationship Type="http://schemas.openxmlformats.org/officeDocument/2006/relationships/notesSlide" Target="/ppt/notesSlides/notesSlide1.xml" Id="R577da0d71c4b41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1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panel">
            <a:extLst xmlns:a="http://schemas.openxmlformats.org/drawingml/2006/main">
              <a:ext uri="{FF2B5EF4-FFF2-40B4-BE49-F238E27FC236}">
                <a16:creationId xmlns:a16="http://schemas.microsoft.com/office/drawing/2014/main" id="{E17415AA-3648-44D3-AFF0-856FE447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"/>
            <a:ext cx="9906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21908">
            <a:solidFill>
              <a:srgbClr val="243446"/>
            </a:solidFill>
            <a:prstDash val="solid"/>
          </a:ln>
        </p:spPr>
      </p:sp>
      <p:sp>
        <p:nvSpPr>
          <p:cNvPr id="2" name="corner-screw-94-59">
            <a:extLst xmlns:a="http://schemas.openxmlformats.org/drawingml/2006/main">
              <a:ext uri="{FF2B5EF4-FFF2-40B4-BE49-F238E27FC236}">
                <a16:creationId xmlns:a16="http://schemas.microsoft.com/office/drawing/2014/main" id="{B88B8216-A483-41E6-8696-7D561D66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95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4288">
            <a:solidFill>
              <a:srgbClr val="243446"/>
            </a:solidFill>
            <a:prstDash val="solid"/>
          </a:ln>
        </p:spPr>
      </p:sp>
      <p:sp>
        <p:nvSpPr>
          <p:cNvPr id="3" name="corner-slot-94-59">
            <a:extLst xmlns:a="http://schemas.openxmlformats.org/drawingml/2006/main">
              <a:ext uri="{FF2B5EF4-FFF2-40B4-BE49-F238E27FC236}">
                <a16:creationId xmlns:a16="http://schemas.microsoft.com/office/drawing/2014/main" id="{FC4361F9-5F7A-4B14-B2AC-F1E469E8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1975"/>
            <a:ext cx="5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446"/>
            </a:solidFill>
            <a:prstDash val="solid"/>
          </a:ln>
        </p:spPr>
      </p:sp>
      <p:sp>
        <p:nvSpPr>
          <p:cNvPr id="4" name="corner-screw-1106-59">
            <a:extLst xmlns:a="http://schemas.openxmlformats.org/drawingml/2006/main">
              <a:ext uri="{FF2B5EF4-FFF2-40B4-BE49-F238E27FC236}">
                <a16:creationId xmlns:a16="http://schemas.microsoft.com/office/drawing/2014/main" id="{0471E87C-5764-4ACA-81CC-1F9A884B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495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4288">
            <a:solidFill>
              <a:srgbClr val="243446"/>
            </a:solidFill>
            <a:prstDash val="solid"/>
          </a:ln>
        </p:spPr>
      </p:sp>
      <p:sp>
        <p:nvSpPr>
          <p:cNvPr id="5" name="corner-slot-1106-59">
            <a:extLst xmlns:a="http://schemas.openxmlformats.org/drawingml/2006/main">
              <a:ext uri="{FF2B5EF4-FFF2-40B4-BE49-F238E27FC236}">
                <a16:creationId xmlns:a16="http://schemas.microsoft.com/office/drawing/2014/main" id="{85D363B3-10A7-40B4-9C7F-F089C784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61975"/>
            <a:ext cx="5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446"/>
            </a:solidFill>
            <a:prstDash val="solid"/>
          </a:ln>
        </p:spPr>
      </p:sp>
      <p:sp>
        <p:nvSpPr>
          <p:cNvPr id="6" name="corner-screw-94-601">
            <a:extLst xmlns:a="http://schemas.openxmlformats.org/drawingml/2006/main">
              <a:ext uri="{FF2B5EF4-FFF2-40B4-BE49-F238E27FC236}">
                <a16:creationId xmlns:a16="http://schemas.microsoft.com/office/drawing/2014/main" id="{0DFB3CF5-4047-459A-B753-4B2D1531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5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4288">
            <a:solidFill>
              <a:srgbClr val="243446"/>
            </a:solidFill>
            <a:prstDash val="solid"/>
          </a:ln>
        </p:spPr>
      </p:sp>
      <p:sp>
        <p:nvSpPr>
          <p:cNvPr id="7" name="corner-slot-94-601">
            <a:extLst xmlns:a="http://schemas.openxmlformats.org/drawingml/2006/main">
              <a:ext uri="{FF2B5EF4-FFF2-40B4-BE49-F238E27FC236}">
                <a16:creationId xmlns:a16="http://schemas.microsoft.com/office/drawing/2014/main" id="{B2630885-9DEA-4AC2-983F-AF12BADD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724525"/>
            <a:ext cx="5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446"/>
            </a:solidFill>
            <a:prstDash val="solid"/>
          </a:ln>
        </p:spPr>
      </p:sp>
      <p:sp>
        <p:nvSpPr>
          <p:cNvPr id="8" name="corner-screw-1106-601">
            <a:extLst xmlns:a="http://schemas.openxmlformats.org/drawingml/2006/main">
              <a:ext uri="{FF2B5EF4-FFF2-40B4-BE49-F238E27FC236}">
                <a16:creationId xmlns:a16="http://schemas.microsoft.com/office/drawing/2014/main" id="{1A3E5ABE-DCAB-4655-BA3C-2287CEC9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5657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4288">
            <a:solidFill>
              <a:srgbClr val="243446"/>
            </a:solidFill>
            <a:prstDash val="solid"/>
          </a:ln>
        </p:spPr>
      </p:sp>
      <p:sp>
        <p:nvSpPr>
          <p:cNvPr id="9" name="corner-slot-1106-601">
            <a:extLst xmlns:a="http://schemas.openxmlformats.org/drawingml/2006/main">
              <a:ext uri="{FF2B5EF4-FFF2-40B4-BE49-F238E27FC236}">
                <a16:creationId xmlns:a16="http://schemas.microsoft.com/office/drawing/2014/main" id="{AEF83BD8-E3CF-4762-A2EF-C42FBA85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5724525"/>
            <a:ext cx="5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3446"/>
            </a:solidFill>
            <a:prstDash val="solid"/>
          </a:ln>
        </p:spPr>
      </p:sp>
      <p:sp>
        <p:nvSpPr>
          <p:cNvPr id="10" name="left-handle-frame">
            <a:extLst xmlns:a="http://schemas.openxmlformats.org/drawingml/2006/main">
              <a:ext uri="{FF2B5EF4-FFF2-40B4-BE49-F238E27FC236}">
                <a16:creationId xmlns:a16="http://schemas.microsoft.com/office/drawing/2014/main" id="{A08E2A6B-3C9B-4FD0-B30C-A8D74826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190625"/>
            <a:ext cx="381000" cy="3714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17145">
            <a:solidFill>
              <a:srgbClr val="243446"/>
            </a:solidFill>
            <a:prstDash val="solid"/>
          </a:ln>
        </p:spPr>
      </p:sp>
      <p:sp>
        <p:nvSpPr>
          <p:cNvPr id="11" name="left-handle-grip">
            <a:extLst xmlns:a="http://schemas.openxmlformats.org/drawingml/2006/main">
              <a:ext uri="{FF2B5EF4-FFF2-40B4-BE49-F238E27FC236}">
                <a16:creationId xmlns:a16="http://schemas.microsoft.com/office/drawing/2014/main" id="{2672ABF6-3706-44FE-A8F6-28D17C3E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514475"/>
            <a:ext cx="152400" cy="304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7EB"/>
          </a:solidFill>
          <a:ln xmlns:a="http://schemas.openxmlformats.org/drawingml/2006/main" w="11430">
            <a:solidFill>
              <a:srgbClr val="243446"/>
            </a:solidFill>
            <a:prstDash val="solid"/>
          </a:ln>
        </p:spPr>
      </p:sp>
      <p:sp>
        <p:nvSpPr>
          <p:cNvPr id="12" name="left-handle-top-bolt">
            <a:extLst xmlns:a="http://schemas.openxmlformats.org/drawingml/2006/main">
              <a:ext uri="{FF2B5EF4-FFF2-40B4-BE49-F238E27FC236}">
                <a16:creationId xmlns:a16="http://schemas.microsoft.com/office/drawing/2014/main" id="{1AA5C442-98C8-4F12-B520-0F669011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295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1430">
            <a:solidFill>
              <a:srgbClr val="243446"/>
            </a:solidFill>
            <a:prstDash val="solid"/>
          </a:ln>
        </p:spPr>
      </p:sp>
      <p:sp>
        <p:nvSpPr>
          <p:cNvPr id="13" name="left-handle-bottom-bolt">
            <a:extLst xmlns:a="http://schemas.openxmlformats.org/drawingml/2006/main">
              <a:ext uri="{FF2B5EF4-FFF2-40B4-BE49-F238E27FC236}">
                <a16:creationId xmlns:a16="http://schemas.microsoft.com/office/drawing/2014/main" id="{48802913-C9DB-4549-8E1F-425E5D45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695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1430">
            <a:solidFill>
              <a:srgbClr val="243446"/>
            </a:solidFill>
            <a:prstDash val="solid"/>
          </a:ln>
        </p:spPr>
      </p:sp>
      <p:sp>
        <p:nvSpPr>
          <p:cNvPr id="14" name="right-handle-frame">
            <a:extLst xmlns:a="http://schemas.openxmlformats.org/drawingml/2006/main">
              <a:ext uri="{FF2B5EF4-FFF2-40B4-BE49-F238E27FC236}">
                <a16:creationId xmlns:a16="http://schemas.microsoft.com/office/drawing/2014/main" id="{A0DCABDC-2934-452A-A5AA-5E6B448B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190625"/>
            <a:ext cx="381000" cy="3714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17145">
            <a:solidFill>
              <a:srgbClr val="243446"/>
            </a:solidFill>
            <a:prstDash val="solid"/>
          </a:ln>
        </p:spPr>
      </p:sp>
      <p:sp>
        <p:nvSpPr>
          <p:cNvPr id="15" name="right-handle-grip">
            <a:extLst xmlns:a="http://schemas.openxmlformats.org/drawingml/2006/main">
              <a:ext uri="{FF2B5EF4-FFF2-40B4-BE49-F238E27FC236}">
                <a16:creationId xmlns:a16="http://schemas.microsoft.com/office/drawing/2014/main" id="{3637470D-3225-4339-809B-8E94FB59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514475"/>
            <a:ext cx="152400" cy="304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7EB"/>
          </a:solidFill>
          <a:ln xmlns:a="http://schemas.openxmlformats.org/drawingml/2006/main" w="11430">
            <a:solidFill>
              <a:srgbClr val="243446"/>
            </a:solidFill>
            <a:prstDash val="solid"/>
          </a:ln>
        </p:spPr>
      </p:sp>
      <p:sp>
        <p:nvSpPr>
          <p:cNvPr id="16" name="right-handle-top-bolt">
            <a:extLst xmlns:a="http://schemas.openxmlformats.org/drawingml/2006/main">
              <a:ext uri="{FF2B5EF4-FFF2-40B4-BE49-F238E27FC236}">
                <a16:creationId xmlns:a16="http://schemas.microsoft.com/office/drawing/2014/main" id="{5634EA44-9D30-4704-84A1-27760FB4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295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1430">
            <a:solidFill>
              <a:srgbClr val="243446"/>
            </a:solidFill>
            <a:prstDash val="solid"/>
          </a:ln>
        </p:spPr>
      </p:sp>
      <p:sp>
        <p:nvSpPr>
          <p:cNvPr id="17" name="right-handle-bottom-bolt">
            <a:extLst xmlns:a="http://schemas.openxmlformats.org/drawingml/2006/main">
              <a:ext uri="{FF2B5EF4-FFF2-40B4-BE49-F238E27FC236}">
                <a16:creationId xmlns:a16="http://schemas.microsoft.com/office/drawing/2014/main" id="{B390F318-2BF9-4383-A3D5-9CE5D6AC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695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1430">
            <a:solidFill>
              <a:srgbClr val="243446"/>
            </a:solidFill>
            <a:prstDash val="solid"/>
          </a:ln>
        </p:spPr>
      </p:sp>
      <p:sp>
        <p:nvSpPr>
          <p:cNvPr id="18" name="inlet-quick-disconnect-outer">
            <a:extLst xmlns:a="http://schemas.openxmlformats.org/drawingml/2006/main">
              <a:ext uri="{FF2B5EF4-FFF2-40B4-BE49-F238E27FC236}">
                <a16:creationId xmlns:a16="http://schemas.microsoft.com/office/drawing/2014/main" id="{99340905-BA49-45D2-9047-6F39E19D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2763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20955">
            <a:solidFill>
              <a:srgbClr val="243446"/>
            </a:solidFill>
            <a:prstDash val="solid"/>
          </a:ln>
        </p:spPr>
      </p:sp>
      <p:sp>
        <p:nvSpPr>
          <p:cNvPr id="19" name="inlet-quick-disconnect-ring">
            <a:extLst xmlns:a="http://schemas.openxmlformats.org/drawingml/2006/main">
              <a:ext uri="{FF2B5EF4-FFF2-40B4-BE49-F238E27FC236}">
                <a16:creationId xmlns:a16="http://schemas.microsoft.com/office/drawing/2014/main" id="{1CDFFF1E-C12D-47DD-BE8E-8B643F9E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362075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43446"/>
            </a:solidFill>
            <a:prstDash val="solid"/>
          </a:ln>
        </p:spPr>
      </p:sp>
      <p:sp>
        <p:nvSpPr>
          <p:cNvPr id="20" name="inlet-quick-disconnect-socket">
            <a:extLst xmlns:a="http://schemas.openxmlformats.org/drawingml/2006/main">
              <a:ext uri="{FF2B5EF4-FFF2-40B4-BE49-F238E27FC236}">
                <a16:creationId xmlns:a16="http://schemas.microsoft.com/office/drawing/2014/main" id="{FF6368BD-CE93-4A63-AB2B-487A76AF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57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243446"/>
            </a:solidFill>
            <a:prstDash val="solid"/>
          </a:ln>
        </p:spPr>
      </p:sp>
      <p:sp>
        <p:nvSpPr>
          <p:cNvPr id="21" name="inlet-quick-disconnect-bolt-1">
            <a:extLst xmlns:a="http://schemas.openxmlformats.org/drawingml/2006/main">
              <a:ext uri="{FF2B5EF4-FFF2-40B4-BE49-F238E27FC236}">
                <a16:creationId xmlns:a16="http://schemas.microsoft.com/office/drawing/2014/main" id="{FA30E13C-4040-4CFA-AAD9-F70EA2CF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62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243446"/>
            </a:solidFill>
            <a:prstDash val="solid"/>
          </a:ln>
        </p:spPr>
      </p:sp>
      <p:sp>
        <p:nvSpPr>
          <p:cNvPr id="22" name="inlet-quick-disconnect-bolt-2">
            <a:extLst xmlns:a="http://schemas.openxmlformats.org/drawingml/2006/main">
              <a:ext uri="{FF2B5EF4-FFF2-40B4-BE49-F238E27FC236}">
                <a16:creationId xmlns:a16="http://schemas.microsoft.com/office/drawing/2014/main" id="{59954578-AAC1-42C6-B446-799C24A5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28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243446"/>
            </a:solidFill>
            <a:prstDash val="solid"/>
          </a:ln>
        </p:spPr>
      </p:sp>
      <p:sp>
        <p:nvSpPr>
          <p:cNvPr id="23" name="inlet-quick-disconnect-bolt-3">
            <a:extLst xmlns:a="http://schemas.openxmlformats.org/drawingml/2006/main">
              <a:ext uri="{FF2B5EF4-FFF2-40B4-BE49-F238E27FC236}">
                <a16:creationId xmlns:a16="http://schemas.microsoft.com/office/drawing/2014/main" id="{A42A748F-B6E8-475D-8054-89DE6848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62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243446"/>
            </a:solidFill>
            <a:prstDash val="solid"/>
          </a:ln>
        </p:spPr>
      </p:sp>
      <p:sp>
        <p:nvSpPr>
          <p:cNvPr id="24" name="inlet-quick-disconnect-bolt-4">
            <a:extLst xmlns:a="http://schemas.openxmlformats.org/drawingml/2006/main">
              <a:ext uri="{FF2B5EF4-FFF2-40B4-BE49-F238E27FC236}">
                <a16:creationId xmlns:a16="http://schemas.microsoft.com/office/drawing/2014/main" id="{4DE0CF43-0504-43D0-A6F6-B07C6E5B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2954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243446"/>
            </a:solidFill>
            <a:prstDash val="solid"/>
          </a:ln>
        </p:spPr>
      </p:sp>
      <p:sp>
        <p:nvSpPr>
          <p:cNvPr id="25" name="outlet-quick-disconnect-outer">
            <a:extLst xmlns:a="http://schemas.openxmlformats.org/drawingml/2006/main">
              <a:ext uri="{FF2B5EF4-FFF2-40B4-BE49-F238E27FC236}">
                <a16:creationId xmlns:a16="http://schemas.microsoft.com/office/drawing/2014/main" id="{C76E8B68-BE01-4260-A3AC-EBE731B9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65747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20955">
            <a:solidFill>
              <a:srgbClr val="243446"/>
            </a:solidFill>
            <a:prstDash val="solid"/>
          </a:ln>
        </p:spPr>
      </p:sp>
      <p:sp>
        <p:nvSpPr>
          <p:cNvPr id="26" name="outlet-quick-disconnect-ring">
            <a:extLst xmlns:a="http://schemas.openxmlformats.org/drawingml/2006/main">
              <a:ext uri="{FF2B5EF4-FFF2-40B4-BE49-F238E27FC236}">
                <a16:creationId xmlns:a16="http://schemas.microsoft.com/office/drawing/2014/main" id="{E0FAF17B-5CF5-4302-9684-CB800063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857250" cy="857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43446"/>
            </a:solidFill>
            <a:prstDash val="solid"/>
          </a:ln>
        </p:spPr>
      </p:sp>
      <p:sp>
        <p:nvSpPr>
          <p:cNvPr id="27" name="outlet-quick-disconnect-socket">
            <a:extLst xmlns:a="http://schemas.openxmlformats.org/drawingml/2006/main">
              <a:ext uri="{FF2B5EF4-FFF2-40B4-BE49-F238E27FC236}">
                <a16:creationId xmlns:a16="http://schemas.microsoft.com/office/drawing/2014/main" id="{F4BA92C0-72DB-4170-A2CB-81E3325D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038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13335">
            <a:solidFill>
              <a:srgbClr val="243446"/>
            </a:solidFill>
            <a:prstDash val="solid"/>
          </a:ln>
        </p:spPr>
      </p:sp>
      <p:sp>
        <p:nvSpPr>
          <p:cNvPr id="28" name="outlet-quick-disconnect-bolt-1">
            <a:extLst xmlns:a="http://schemas.openxmlformats.org/drawingml/2006/main">
              <a:ext uri="{FF2B5EF4-FFF2-40B4-BE49-F238E27FC236}">
                <a16:creationId xmlns:a16="http://schemas.microsoft.com/office/drawing/2014/main" id="{2698AFBB-E4C1-4201-B951-34582B73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143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243446"/>
            </a:solidFill>
            <a:prstDash val="solid"/>
          </a:ln>
        </p:spPr>
      </p:sp>
      <p:sp>
        <p:nvSpPr>
          <p:cNvPr id="29" name="outlet-quick-disconnect-bolt-2">
            <a:extLst xmlns:a="http://schemas.openxmlformats.org/drawingml/2006/main">
              <a:ext uri="{FF2B5EF4-FFF2-40B4-BE49-F238E27FC236}">
                <a16:creationId xmlns:a16="http://schemas.microsoft.com/office/drawing/2014/main" id="{423C291A-6CE0-4248-B22C-CEB29F22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09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243446"/>
            </a:solidFill>
            <a:prstDash val="solid"/>
          </a:ln>
        </p:spPr>
      </p:sp>
      <p:sp>
        <p:nvSpPr>
          <p:cNvPr id="30" name="outlet-quick-disconnect-bolt-3">
            <a:extLst xmlns:a="http://schemas.openxmlformats.org/drawingml/2006/main">
              <a:ext uri="{FF2B5EF4-FFF2-40B4-BE49-F238E27FC236}">
                <a16:creationId xmlns:a16="http://schemas.microsoft.com/office/drawing/2014/main" id="{0E1D9802-86B4-4F57-98F1-3B0F005A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43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243446"/>
            </a:solidFill>
            <a:prstDash val="solid"/>
          </a:ln>
        </p:spPr>
      </p:sp>
      <p:sp>
        <p:nvSpPr>
          <p:cNvPr id="31" name="outlet-quick-disconnect-bolt-4">
            <a:extLst xmlns:a="http://schemas.openxmlformats.org/drawingml/2006/main">
              <a:ext uri="{FF2B5EF4-FFF2-40B4-BE49-F238E27FC236}">
                <a16:creationId xmlns:a16="http://schemas.microsoft.com/office/drawing/2014/main" id="{131702E5-5BDC-48AF-8ED2-6B8AC800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765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9525">
            <a:solidFill>
              <a:srgbClr val="243446"/>
            </a:solidFill>
            <a:prstDash val="solid"/>
          </a:ln>
        </p:spPr>
      </p:sp>
      <p:sp>
        <p:nvSpPr>
          <p:cNvPr id="32" name="L1L2-housing">
            <a:extLst xmlns:a="http://schemas.openxmlformats.org/drawingml/2006/main">
              <a:ext uri="{FF2B5EF4-FFF2-40B4-BE49-F238E27FC236}">
                <a16:creationId xmlns:a16="http://schemas.microsoft.com/office/drawing/2014/main" id="{22E5E3F0-FC6C-4694-9C8B-EB7DE94D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790575"/>
            <a:ext cx="685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2383">
            <a:solidFill>
              <a:srgbClr val="243446"/>
            </a:solidFill>
            <a:prstDash val="solid"/>
          </a:ln>
        </p:spPr>
      </p:sp>
      <p:sp>
        <p:nvSpPr>
          <p:cNvPr id="33" name="L1L2-terminal-588">
            <a:extLst xmlns:a="http://schemas.openxmlformats.org/drawingml/2006/main">
              <a:ext uri="{FF2B5EF4-FFF2-40B4-BE49-F238E27FC236}">
                <a16:creationId xmlns:a16="http://schemas.microsoft.com/office/drawing/2014/main" id="{C256509D-B446-401C-9239-64C5F358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87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1430">
            <a:solidFill>
              <a:srgbClr val="243446"/>
            </a:solidFill>
            <a:prstDash val="solid"/>
          </a:ln>
        </p:spPr>
      </p:sp>
      <p:sp>
        <p:nvSpPr>
          <p:cNvPr id="34" name="L1L2-terminal-616">
            <a:extLst xmlns:a="http://schemas.openxmlformats.org/drawingml/2006/main">
              <a:ext uri="{FF2B5EF4-FFF2-40B4-BE49-F238E27FC236}">
                <a16:creationId xmlns:a16="http://schemas.microsoft.com/office/drawing/2014/main" id="{6BA280D3-FF81-4607-87A9-36E31CF1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876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1430">
            <a:solidFill>
              <a:srgbClr val="243446"/>
            </a:solidFill>
            <a:prstDash val="solid"/>
          </a:ln>
        </p:spPr>
      </p:sp>
      <p:sp>
        <p:nvSpPr>
          <p:cNvPr id="35" name="X83-flange">
            <a:extLst xmlns:a="http://schemas.openxmlformats.org/drawingml/2006/main">
              <a:ext uri="{FF2B5EF4-FFF2-40B4-BE49-F238E27FC236}">
                <a16:creationId xmlns:a16="http://schemas.microsoft.com/office/drawing/2014/main" id="{B66A8FF9-8C97-4209-947A-D73ED64F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7202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2383">
            <a:solidFill>
              <a:srgbClr val="243446"/>
            </a:solidFill>
            <a:prstDash val="solid"/>
          </a:ln>
        </p:spPr>
      </p:sp>
      <p:sp>
        <p:nvSpPr>
          <p:cNvPr id="36" name="X83-shell">
            <a:extLst xmlns:a="http://schemas.openxmlformats.org/drawingml/2006/main">
              <a:ext uri="{FF2B5EF4-FFF2-40B4-BE49-F238E27FC236}">
                <a16:creationId xmlns:a16="http://schemas.microsoft.com/office/drawing/2014/main" id="{AB309B6B-1A12-4083-A2F2-25B89BAB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838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13335">
            <a:solidFill>
              <a:srgbClr val="243446"/>
            </a:solidFill>
            <a:prstDash val="solid"/>
          </a:ln>
        </p:spPr>
      </p:sp>
      <p:sp>
        <p:nvSpPr>
          <p:cNvPr id="37" name="X83-core">
            <a:extLst xmlns:a="http://schemas.openxmlformats.org/drawingml/2006/main">
              <a:ext uri="{FF2B5EF4-FFF2-40B4-BE49-F238E27FC236}">
                <a16:creationId xmlns:a16="http://schemas.microsoft.com/office/drawing/2014/main" id="{914E1049-2CD1-47FF-9596-7242681C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05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11430">
            <a:solidFill>
              <a:srgbClr val="243446"/>
            </a:solidFill>
            <a:prstDash val="solid"/>
          </a:ln>
        </p:spPr>
      </p:sp>
      <p:sp>
        <p:nvSpPr>
          <p:cNvPr id="38" name="X83-pin--4--3">
            <a:extLst xmlns:a="http://schemas.openxmlformats.org/drawingml/2006/main">
              <a:ext uri="{FF2B5EF4-FFF2-40B4-BE49-F238E27FC236}">
                <a16:creationId xmlns:a16="http://schemas.microsoft.com/office/drawing/2014/main" id="{00A5CCC0-AFC2-4764-B395-2532A834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405" y="4954905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446"/>
          </a:solidFill>
          <a:ln xmlns:a="http://schemas.openxmlformats.org/drawingml/2006/main" w="4763">
            <a:solidFill>
              <a:srgbClr val="243446"/>
            </a:solidFill>
            <a:prstDash val="solid"/>
          </a:ln>
        </p:spPr>
      </p:sp>
      <p:sp>
        <p:nvSpPr>
          <p:cNvPr id="39" name="X83-pin-3--4">
            <a:extLst xmlns:a="http://schemas.openxmlformats.org/drawingml/2006/main">
              <a:ext uri="{FF2B5EF4-FFF2-40B4-BE49-F238E27FC236}">
                <a16:creationId xmlns:a16="http://schemas.microsoft.com/office/drawing/2014/main" id="{6041B1FC-8269-48A4-92B9-F114CB14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4945380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446"/>
          </a:solidFill>
          <a:ln xmlns:a="http://schemas.openxmlformats.org/drawingml/2006/main" w="4763">
            <a:solidFill>
              <a:srgbClr val="243446"/>
            </a:solidFill>
            <a:prstDash val="solid"/>
          </a:ln>
        </p:spPr>
      </p:sp>
      <p:sp>
        <p:nvSpPr>
          <p:cNvPr id="40" name="X83-pin--3-4">
            <a:extLst xmlns:a="http://schemas.openxmlformats.org/drawingml/2006/main">
              <a:ext uri="{FF2B5EF4-FFF2-40B4-BE49-F238E27FC236}">
                <a16:creationId xmlns:a16="http://schemas.microsoft.com/office/drawing/2014/main" id="{2E47EB31-49ED-468F-A5A6-4AF68B17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5021580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446"/>
          </a:solidFill>
          <a:ln xmlns:a="http://schemas.openxmlformats.org/drawingml/2006/main" w="4763">
            <a:solidFill>
              <a:srgbClr val="243446"/>
            </a:solidFill>
            <a:prstDash val="solid"/>
          </a:ln>
        </p:spPr>
      </p:sp>
      <p:sp>
        <p:nvSpPr>
          <p:cNvPr id="41" name="X83-pin-4-3">
            <a:extLst xmlns:a="http://schemas.openxmlformats.org/drawingml/2006/main">
              <a:ext uri="{FF2B5EF4-FFF2-40B4-BE49-F238E27FC236}">
                <a16:creationId xmlns:a16="http://schemas.microsoft.com/office/drawing/2014/main" id="{470CB177-5F2B-4C86-802A-06055BEF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9605" y="5012055"/>
            <a:ext cx="34290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446"/>
          </a:solidFill>
          <a:ln xmlns:a="http://schemas.openxmlformats.org/drawingml/2006/main" w="4763">
            <a:solidFill>
              <a:srgbClr val="243446"/>
            </a:solidFill>
            <a:prstDash val="solid"/>
          </a:ln>
        </p:spPr>
      </p:sp>
      <p:sp>
        <p:nvSpPr>
          <p:cNvPr id="42" name="X83-bolt-847-506">
            <a:extLst xmlns:a="http://schemas.openxmlformats.org/drawingml/2006/main">
              <a:ext uri="{FF2B5EF4-FFF2-40B4-BE49-F238E27FC236}">
                <a16:creationId xmlns:a16="http://schemas.microsoft.com/office/drawing/2014/main" id="{8DBC345E-1DD4-4100-9580-0251C873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768" y="47977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7620">
            <a:solidFill>
              <a:srgbClr val="243446"/>
            </a:solidFill>
            <a:prstDash val="solid"/>
          </a:ln>
        </p:spPr>
      </p:sp>
      <p:sp>
        <p:nvSpPr>
          <p:cNvPr id="43" name="X83-bolt-885-506">
            <a:extLst xmlns:a="http://schemas.openxmlformats.org/drawingml/2006/main">
              <a:ext uri="{FF2B5EF4-FFF2-40B4-BE49-F238E27FC236}">
                <a16:creationId xmlns:a16="http://schemas.microsoft.com/office/drawing/2014/main" id="{42A8A1E5-0CEA-4C00-8BB0-C60D051D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718" y="479774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7620">
            <a:solidFill>
              <a:srgbClr val="243446"/>
            </a:solidFill>
            <a:prstDash val="solid"/>
          </a:ln>
        </p:spPr>
      </p:sp>
      <p:sp>
        <p:nvSpPr>
          <p:cNvPr id="44" name="X83-bolt-847-544">
            <a:extLst xmlns:a="http://schemas.openxmlformats.org/drawingml/2006/main">
              <a:ext uri="{FF2B5EF4-FFF2-40B4-BE49-F238E27FC236}">
                <a16:creationId xmlns:a16="http://schemas.microsoft.com/office/drawing/2014/main" id="{0677AAA1-CD7A-4403-BBF1-5E5268E4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768" y="515969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7620">
            <a:solidFill>
              <a:srgbClr val="243446"/>
            </a:solidFill>
            <a:prstDash val="solid"/>
          </a:ln>
        </p:spPr>
      </p:sp>
      <p:sp>
        <p:nvSpPr>
          <p:cNvPr id="45" name="X83-bolt-885-544">
            <a:extLst xmlns:a="http://schemas.openxmlformats.org/drawingml/2006/main">
              <a:ext uri="{FF2B5EF4-FFF2-40B4-BE49-F238E27FC236}">
                <a16:creationId xmlns:a16="http://schemas.microsoft.com/office/drawing/2014/main" id="{0E1B20FF-76BF-47D8-A95D-F6DE20B0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718" y="5159693"/>
            <a:ext cx="43815" cy="438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7620">
            <a:solidFill>
              <a:srgbClr val="243446"/>
            </a:solidFill>
            <a:prstDash val="solid"/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c674f0739455a"/>
          <a:stretch xmlns:a="http://schemas.openxmlformats.org/drawingml/2006/main"/>
        </p:blipFill>
        <p:spPr>
          <a:xfrm xmlns:a="http://schemas.openxmlformats.org/drawingml/2006/main">
            <a:off x="6838950" y="9144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47" name="university-name">
            <a:extLst xmlns:a="http://schemas.openxmlformats.org/drawingml/2006/main">
              <a:ext uri="{FF2B5EF4-FFF2-40B4-BE49-F238E27FC236}">
                <a16:creationId xmlns:a16="http://schemas.microsoft.com/office/drawing/2014/main" id="{22B5146A-372E-4F66-B953-A1918DA5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57275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62"/>
                </a:solidFill>
                <a:latin typeface="Microsoft YaHei"/>
                <a:ea typeface="Microsoft YaHei"/>
                <a:cs typeface="Microsoft YaHei"/>
              </a:rPr>
              <a:t>西安交通大学</a:t>
            </a:r>
          </a:p>
        </p:txBody>
      </p:sp>
      <p:sp>
        <p:nvSpPr>
          <p:cNvPr id="48" name="university-underline">
            <a:extLst xmlns:a="http://schemas.openxmlformats.org/drawingml/2006/main">
              <a:ext uri="{FF2B5EF4-FFF2-40B4-BE49-F238E27FC236}">
                <a16:creationId xmlns:a16="http://schemas.microsoft.com/office/drawing/2014/main" id="{4FCF306A-A3CF-49D0-A0AE-6352CF34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166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C72B31"/>
            </a:solidFill>
            <a:prstDash val="solid"/>
          </a:ln>
        </p:spPr>
      </p:sp>
      <p:sp>
        <p:nvSpPr>
          <p:cNvPr id="49" name="module-title">
            <a:extLst xmlns:a="http://schemas.openxmlformats.org/drawingml/2006/main">
              <a:ext uri="{FF2B5EF4-FFF2-40B4-BE49-F238E27FC236}">
                <a16:creationId xmlns:a16="http://schemas.microsoft.com/office/drawing/2014/main" id="{8CECA605-FEF4-4BF7-93FB-F395AE6D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241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3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3B62"/>
                </a:solidFill>
                <a:latin typeface="Microsoft YaHei"/>
                <a:ea typeface="Microsoft YaHei"/>
                <a:cs typeface="Microsoft YaHei"/>
              </a:rPr>
              <a:t>新型无泵式沸腾散热实验模块</a:t>
            </a:r>
          </a:p>
        </p:txBody>
      </p:sp>
      <p:sp>
        <p:nvSpPr>
          <p:cNvPr id="50" name="title-rule">
            <a:extLst xmlns:a="http://schemas.openxmlformats.org/drawingml/2006/main">
              <a:ext uri="{FF2B5EF4-FFF2-40B4-BE49-F238E27FC236}">
                <a16:creationId xmlns:a16="http://schemas.microsoft.com/office/drawing/2014/main" id="{2C7BF6D4-6D3B-4B9E-BB92-BFD5B21B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95675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C72B31"/>
            </a:solidFill>
            <a:prstDash val="solid"/>
          </a:ln>
        </p:spPr>
      </p:sp>
      <p:sp>
        <p:nvSpPr>
          <p:cNvPr id="51" name="inlet-label">
            <a:extLst xmlns:a="http://schemas.openxmlformats.org/drawingml/2006/main">
              <a:ext uri="{FF2B5EF4-FFF2-40B4-BE49-F238E27FC236}">
                <a16:creationId xmlns:a16="http://schemas.microsoft.com/office/drawing/2014/main" id="{720929AD-5E19-42F8-9269-91B67C65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90775"/>
            <a:ext cx="1504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62"/>
                </a:solidFill>
                <a:latin typeface="Microsoft YaHei"/>
                <a:ea typeface="Microsoft YaHei"/>
                <a:cs typeface="Microsoft YaHei"/>
              </a:rPr>
              <a:t>工质入口  Y61</a:t>
            </a:r>
          </a:p>
        </p:txBody>
      </p:sp>
      <p:sp>
        <p:nvSpPr>
          <p:cNvPr id="52" name="outlet-label">
            <a:extLst xmlns:a="http://schemas.openxmlformats.org/drawingml/2006/main">
              <a:ext uri="{FF2B5EF4-FFF2-40B4-BE49-F238E27FC236}">
                <a16:creationId xmlns:a16="http://schemas.microsoft.com/office/drawing/2014/main" id="{A1CB72A0-E557-44EC-81D0-1137A9D0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81425"/>
            <a:ext cx="1485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62"/>
                </a:solidFill>
                <a:latin typeface="Microsoft YaHei"/>
                <a:ea typeface="Microsoft YaHei"/>
                <a:cs typeface="Microsoft YaHei"/>
              </a:rPr>
              <a:t>工质出口  Y64</a:t>
            </a:r>
          </a:p>
        </p:txBody>
      </p:sp>
      <p:sp>
        <p:nvSpPr>
          <p:cNvPr id="53" name="terminal-label">
            <a:extLst xmlns:a="http://schemas.openxmlformats.org/drawingml/2006/main">
              <a:ext uri="{FF2B5EF4-FFF2-40B4-BE49-F238E27FC236}">
                <a16:creationId xmlns:a16="http://schemas.microsoft.com/office/drawing/2014/main" id="{F702CB42-F362-4BEE-81D1-A318C5B8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1239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77A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54" name="comm-label">
            <a:extLst xmlns:a="http://schemas.openxmlformats.org/drawingml/2006/main">
              <a:ext uri="{FF2B5EF4-FFF2-40B4-BE49-F238E27FC236}">
                <a16:creationId xmlns:a16="http://schemas.microsoft.com/office/drawing/2014/main" id="{A0640E50-C64E-46DA-B16D-D143EE65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27685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B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B62"/>
                </a:solidFill>
                <a:latin typeface="Microsoft YaHei"/>
                <a:ea typeface="Microsoft YaHei"/>
                <a:cs typeface="Microsoft YaHei"/>
              </a:rPr>
              <a:t>通讯接口  X83</a:t>
            </a:r>
          </a:p>
        </p:txBody>
      </p:sp>
      <p:sp>
        <p:nvSpPr>
          <p:cNvPr id="55" name="leaders-label">
            <a:extLst xmlns:a="http://schemas.openxmlformats.org/drawingml/2006/main">
              <a:ext uri="{FF2B5EF4-FFF2-40B4-BE49-F238E27FC236}">
                <a16:creationId xmlns:a16="http://schemas.microsoft.com/office/drawing/2014/main" id="{1AFA70EA-F491-4070-866C-B89FDA5D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576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2677A"/>
                </a:solidFill>
                <a:latin typeface="Microsoft YaHei"/>
                <a:ea typeface="Microsoft YaHei"/>
                <a:cs typeface="Microsoft YaHei"/>
              </a:rPr>
              <a:t>项目负责人</a:t>
            </a:r>
          </a:p>
        </p:txBody>
      </p:sp>
      <p:sp>
        <p:nvSpPr>
          <p:cNvPr id="56" name="leaders-names">
            <a:extLst xmlns:a="http://schemas.openxmlformats.org/drawingml/2006/main">
              <a:ext uri="{FF2B5EF4-FFF2-40B4-BE49-F238E27FC236}">
                <a16:creationId xmlns:a16="http://schemas.microsoft.com/office/drawing/2014/main" id="{6342A45F-06E9-4D47-932A-372F1ACC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57650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6"/>
                </a:solidFill>
                <a:latin typeface="Microsoft YaHei"/>
                <a:ea typeface="Microsoft YaHei"/>
                <a:cs typeface="Microsoft YaHei"/>
              </a:rPr>
              <a:t>杨小平    魏进家</a:t>
            </a:r>
          </a:p>
        </p:txBody>
      </p:sp>
      <p:sp>
        <p:nvSpPr>
          <p:cNvPr id="57" name="members-label">
            <a:extLst xmlns:a="http://schemas.openxmlformats.org/drawingml/2006/main">
              <a:ext uri="{FF2B5EF4-FFF2-40B4-BE49-F238E27FC236}">
                <a16:creationId xmlns:a16="http://schemas.microsoft.com/office/drawing/2014/main" id="{D3DE97FC-1AE5-4E01-B1E8-755BD171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2677A"/>
                </a:solidFill>
                <a:latin typeface="Microsoft YaHei"/>
                <a:ea typeface="Microsoft YaHei"/>
                <a:cs typeface="Microsoft YaHei"/>
              </a:rPr>
              <a:t>项目成员</a:t>
            </a:r>
          </a:p>
        </p:txBody>
      </p:sp>
      <p:sp>
        <p:nvSpPr>
          <p:cNvPr id="58" name="members-names">
            <a:extLst xmlns:a="http://schemas.openxmlformats.org/drawingml/2006/main">
              <a:ext uri="{FF2B5EF4-FFF2-40B4-BE49-F238E27FC236}">
                <a16:creationId xmlns:a16="http://schemas.microsoft.com/office/drawing/2014/main" id="{EA6E2FC1-576C-447D-8DC0-7EFF2BFD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38650"/>
            <a:ext cx="309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4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43446"/>
                </a:solidFill>
                <a:latin typeface="Microsoft YaHei"/>
                <a:ea typeface="Microsoft YaHei"/>
                <a:cs typeface="Microsoft YaHei"/>
              </a:rPr>
              <a:t>崔庆杰    王晋璞</a:t>
            </a:r>
          </a:p>
        </p:txBody>
      </p:sp>
      <p:sp>
        <p:nvSpPr>
          <p:cNvPr id="59" name="credits-rule">
            <a:extLst xmlns:a="http://schemas.openxmlformats.org/drawingml/2006/main">
              <a:ext uri="{FF2B5EF4-FFF2-40B4-BE49-F238E27FC236}">
                <a16:creationId xmlns:a16="http://schemas.microsoft.com/office/drawing/2014/main" id="{D12C78F0-891E-45D2-B3EC-0BFDBEE9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433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5CD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062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2026-09-19T08:18:37.3120000Z</dcterms:created>
  <dcterms:modified xsi:type="dcterms:W3CDTF">2026-09-19T08:18:37.3120000Z</dcterms:modified>
</coreProperties>
</file>