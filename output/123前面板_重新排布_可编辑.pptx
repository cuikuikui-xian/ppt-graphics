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c80880cf644e8d" /><Relationship Type="http://schemas.openxmlformats.org/officeDocument/2006/relationships/extended-properties" Target="/docProps/app.xml" Id="R548572c3461b4439" /><Relationship Type="http://schemas.openxmlformats.org/officeDocument/2006/relationships/officeDocument" Target="/ppt/presentation.xml" Id="R4a6191756baf4e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a25917ab4a4478"/>
  </p:sldMasterIdLst>
  <p:notesMasterIdLst>
    <p:notesMasterId xmlns:r="http://schemas.openxmlformats.org/officeDocument/2006/relationships" r:id="R072c68a42d5b4f31"/>
  </p:notesMasterIdLst>
  <p:sldIdLst>
    <p:sldId xmlns:r="http://schemas.openxmlformats.org/officeDocument/2006/relationships" id="256" r:id="R6868f63188584603"/>
  </p:sldIdLst>
  <p:sldSz cx="17145000" cy="121253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b4eb92c44a4199" /><Relationship Type="http://schemas.openxmlformats.org/officeDocument/2006/relationships/slideMaster" Target="/ppt/slideMasters/slideMaster1.xml" Id="R72a25917ab4a4478" /><Relationship Type="http://schemas.openxmlformats.org/officeDocument/2006/relationships/notesMaster" Target="/ppt/notesMasters/notesMaster1.xml" Id="R072c68a42d5b4f31" /><Relationship Type="http://schemas.openxmlformats.org/officeDocument/2006/relationships/presProps" Target="/ppt/presProps.xml" Id="Ra2a6a3efe065461f" /><Relationship Type="http://schemas.openxmlformats.org/officeDocument/2006/relationships/tableStyles" Target="/ppt/tableStyles.xml" Id="R0a96acf7047f4805" /><Relationship Type="http://schemas.openxmlformats.org/officeDocument/2006/relationships/slide" Target="/ppt/slides/slide1.xml" Id="R6868f631885846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68fd7a5e1147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b4da063d964a74" /><Relationship Type="http://schemas.openxmlformats.org/officeDocument/2006/relationships/notesMaster" Target="/ppt/notesMasters/notesMaster1.xml" Id="Raaa35a73264e4b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C:/Users/32933/Desktop/123.pdf.</a:t>
            </a:r>
          </a:p>
          <a:p xmlns:a="http://schemas.openxmlformats.org/drawingml/2006/main">
            <a:r>
              <a:t>The fixed engineering geometry, connector markings, and Innovation Harbour graphic are retained from the source PDF as a non-editable background. Only the explicitly permitted elements are reconstructed as movable slide objects. Confirm final silk-screen clearance against the engineering source before manufacture.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8561cb381445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7c26ee5a7a4464" /><Relationship Type="http://schemas.openxmlformats.org/officeDocument/2006/relationships/slideLayout" Target="/ppt/slideLayouts/slideLayout1.xml" Id="R9faf1ef806334c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af1ef806334c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42e0fd4c94be1" /><Relationship Type="http://schemas.openxmlformats.org/officeDocument/2006/relationships/image" Target="/ppt/media/image.png" Id="Re779bc35aa7648ff" /><Relationship Type="http://schemas.openxmlformats.org/officeDocument/2006/relationships/image" Target="/ppt/media/image2.png" Id="R55bdd760b1494fa2" /><Relationship Type="http://schemas.openxmlformats.org/officeDocument/2006/relationships/notesSlide" Target="/ppt/notesSlides/notesSlide1.xml" Id="R40c596bf956b45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79bc35aa7648ff"/>
          <a:stretch xmlns:a="http://schemas.openxmlformats.org/drawingml/2006/main"/>
        </p:blipFill>
        <p:spPr>
          <a:xfrm xmlns:a="http://schemas.openxmlformats.org/drawingml/2006/main">
            <a:off x="0" y="0"/>
            <a:ext cx="17145000" cy="1212532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dd760b1494fa2"/>
          <a:stretch xmlns:a="http://schemas.openxmlformats.org/drawingml/2006/main"/>
        </p:blipFill>
        <p:spPr>
          <a:xfrm xmlns:a="http://schemas.openxmlformats.org/drawingml/2006/main">
            <a:off x="3267075" y="6255467"/>
            <a:ext cx="1028700" cy="995516"/>
          </a:xfrm>
          <a:prstGeom xmlns:a="http://schemas.openxmlformats.org/drawingml/2006/main" prst="rect">
            <a:avLst/>
          </a:prstGeom>
        </p:spPr>
      </p:pic>
      <p:sp>
        <p:nvSpPr>
          <p:cNvPr id="3" name="设备标题—可移动">
            <a:extLst xmlns:a="http://schemas.openxmlformats.org/drawingml/2006/main">
              <a:ext uri="{FF2B5EF4-FFF2-40B4-BE49-F238E27FC236}">
                <a16:creationId xmlns:a16="http://schemas.microsoft.com/office/drawing/2014/main" id="{8E44EBF7-0A10-463C-B715-F51EA17D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315075"/>
            <a:ext cx="685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新型无泵式沸腾散热实验模块</a:t>
            </a:r>
          </a:p>
        </p:txBody>
      </p:sp>
      <p:sp>
        <p:nvSpPr>
          <p:cNvPr id="4" name="标题下划线">
            <a:extLst xmlns:a="http://schemas.openxmlformats.org/drawingml/2006/main">
              <a:ext uri="{FF2B5EF4-FFF2-40B4-BE49-F238E27FC236}">
                <a16:creationId xmlns:a16="http://schemas.microsoft.com/office/drawing/2014/main" id="{5DC3B12E-ECAB-418F-8B1C-436BB70C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7219950"/>
            <a:ext cx="6734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A1A1A"/>
            </a:solidFill>
            <a:prstDash val="solid"/>
          </a:ln>
        </p:spPr>
      </p:sp>
      <p:sp>
        <p:nvSpPr>
          <p:cNvPr id="5" name="TGMTYY型号菱形边框—可移动">
            <a:extLst xmlns:a="http://schemas.openxmlformats.org/drawingml/2006/main">
              <a:ext uri="{FF2B5EF4-FFF2-40B4-BE49-F238E27FC236}">
                <a16:creationId xmlns:a16="http://schemas.microsoft.com/office/drawing/2014/main" id="{A4043893-21C2-49E7-A6A9-2EB5199B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7839075"/>
            <a:ext cx="2952750" cy="1428750"/>
          </a:xfrm>
          <a:prstGeom xmlns:a="http://schemas.openxmlformats.org/drawingml/2006/main" prst="diamond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6" name="菱形上行型号—可移动">
            <a:extLst xmlns:a="http://schemas.openxmlformats.org/drawingml/2006/main">
              <a:ext uri="{FF2B5EF4-FFF2-40B4-BE49-F238E27FC236}">
                <a16:creationId xmlns:a16="http://schemas.microsoft.com/office/drawing/2014/main" id="{510F4686-4515-4242-BB93-1FB59D07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7972425"/>
            <a:ext cx="1771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Z01-1</a:t>
            </a:r>
          </a:p>
        </p:txBody>
      </p:sp>
      <p:sp>
        <p:nvSpPr>
          <p:cNvPr id="7" name="菱形中行编号—可移动">
            <a:extLst xmlns:a="http://schemas.openxmlformats.org/drawingml/2006/main">
              <a:ext uri="{FF2B5EF4-FFF2-40B4-BE49-F238E27FC236}">
                <a16:creationId xmlns:a16="http://schemas.microsoft.com/office/drawing/2014/main" id="{E099E47B-9A2E-4E1E-AD86-315F6B5C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8305800"/>
            <a:ext cx="2705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TGMTYY14027</a:t>
            </a:r>
          </a:p>
        </p:txBody>
      </p:sp>
      <p:sp>
        <p:nvSpPr>
          <p:cNvPr id="8" name="菱形下行年份—可移动">
            <a:extLst xmlns:a="http://schemas.openxmlformats.org/drawingml/2006/main">
              <a:ext uri="{FF2B5EF4-FFF2-40B4-BE49-F238E27FC236}">
                <a16:creationId xmlns:a16="http://schemas.microsoft.com/office/drawing/2014/main" id="{C058B97D-8235-45E0-A995-38F71A2A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705850"/>
            <a:ext cx="1323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  <p:sp>
        <p:nvSpPr>
          <p:cNvPr id="9" name="署名上方分隔线">
            <a:extLst xmlns:a="http://schemas.openxmlformats.org/drawingml/2006/main">
              <a:ext uri="{FF2B5EF4-FFF2-40B4-BE49-F238E27FC236}">
                <a16:creationId xmlns:a16="http://schemas.microsoft.com/office/drawing/2014/main" id="{AE173B11-C749-4382-9FE4-403D5A1C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620250"/>
            <a:ext cx="671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88888"/>
            </a:solidFill>
            <a:prstDash val="solid"/>
          </a:ln>
        </p:spPr>
      </p:sp>
      <p:sp>
        <p:nvSpPr>
          <p:cNvPr id="10" name="负责人标签—可移动可缩放">
            <a:extLst xmlns:a="http://schemas.openxmlformats.org/drawingml/2006/main">
              <a:ext uri="{FF2B5EF4-FFF2-40B4-BE49-F238E27FC236}">
                <a16:creationId xmlns:a16="http://schemas.microsoft.com/office/drawing/2014/main" id="{CF35D07C-D05F-4B21-9A3B-FBE72F5F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97821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项目负责人：</a:t>
            </a:r>
          </a:p>
        </p:txBody>
      </p:sp>
      <p:sp>
        <p:nvSpPr>
          <p:cNvPr id="11" name="负责人姓名—可移动可缩放">
            <a:extLst xmlns:a="http://schemas.openxmlformats.org/drawingml/2006/main">
              <a:ext uri="{FF2B5EF4-FFF2-40B4-BE49-F238E27FC236}">
                <a16:creationId xmlns:a16="http://schemas.microsoft.com/office/drawing/2014/main" id="{928FB435-58FB-4F00-9FFE-58230B13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9782175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杨小平    魏进家</a:t>
            </a:r>
          </a:p>
        </p:txBody>
      </p:sp>
      <p:sp>
        <p:nvSpPr>
          <p:cNvPr id="12" name="成员标签—可移动可缩放">
            <a:extLst xmlns:a="http://schemas.openxmlformats.org/drawingml/2006/main">
              <a:ext uri="{FF2B5EF4-FFF2-40B4-BE49-F238E27FC236}">
                <a16:creationId xmlns:a16="http://schemas.microsoft.com/office/drawing/2014/main" id="{0E3A1994-534F-42B8-BFDF-6148C53D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03155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项目成员：</a:t>
            </a:r>
          </a:p>
        </p:txBody>
      </p:sp>
      <p:sp>
        <p:nvSpPr>
          <p:cNvPr id="13" name="成员姓名—可移动可缩放">
            <a:extLst xmlns:a="http://schemas.openxmlformats.org/drawingml/2006/main">
              <a:ext uri="{FF2B5EF4-FFF2-40B4-BE49-F238E27FC236}">
                <a16:creationId xmlns:a16="http://schemas.microsoft.com/office/drawing/2014/main" id="{E0B68836-E46F-4759-9060-06FB140D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0315575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崔庆杰    王晋璞</a:t>
            </a:r>
          </a:p>
        </p:txBody>
      </p:sp>
    </p:spTree>
    <p:extLst>
      <p:ext uri="{BB962C8B-B14F-4D97-AF65-F5344CB8AC3E}">
        <p14:creationId xmlns:p14="http://schemas.microsoft.com/office/powerpoint/2010/main" val="8172348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2026-09-19T11:26:52.3770000Z</dcterms:created>
  <dcterms:modified xsi:type="dcterms:W3CDTF">2026-09-19T11:26:52.3770000Z</dcterms:modified>
</coreProperties>
</file>